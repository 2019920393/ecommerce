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16"/>
  </p:notesMasterIdLst>
  <p:sldIdLst>
    <p:sldId id="256" r:id="rId2"/>
    <p:sldId id="257" r:id="rId3"/>
    <p:sldId id="258" r:id="rId4"/>
    <p:sldId id="528" r:id="rId5"/>
    <p:sldId id="573" r:id="rId6"/>
    <p:sldId id="574" r:id="rId7"/>
    <p:sldId id="264" r:id="rId8"/>
    <p:sldId id="265" r:id="rId9"/>
    <p:sldId id="266" r:id="rId10"/>
    <p:sldId id="267" r:id="rId11"/>
    <p:sldId id="270" r:id="rId12"/>
    <p:sldId id="271" r:id="rId13"/>
    <p:sldId id="272" r:id="rId14"/>
    <p:sldId id="261" r:id="rId1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6233" autoAdjust="0"/>
  </p:normalViewPr>
  <p:slideViewPr>
    <p:cSldViewPr snapToGrid="0">
      <p:cViewPr varScale="1">
        <p:scale>
          <a:sx n="106" d="100"/>
          <a:sy n="106" d="100"/>
        </p:scale>
        <p:origin x="81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411F28-7843-4DAE-BE04-8465BE35A47B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350E38-58FC-4378-AB1F-4308A8899B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7375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1635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94901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85624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2D4AA-18FB-5B76-DF8B-2601771F0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171AF9B-1173-26F6-6613-293D6257BB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2BAFFB0-52C9-C267-54EB-202EEE58EC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5662A4-A849-83EB-22FE-3145A54E72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4290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1886B-085D-2A07-0E62-91AE7B3C1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83EA8D0-AA55-F343-472A-3552C9CC7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9156107-4CB6-05BF-15F2-79411C32E3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3B81EE-461C-3AA2-DF11-27A2392946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8400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C0BE8-5B6B-9C83-1912-B51D3DA98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43CD02A-3FDF-2D67-C747-7D26017229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9D968E8-5CD8-DE72-C823-0D76EC8FC8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4C8DA0-C1C5-621A-0324-8C0D4361CE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56407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AFFB2-C425-6F97-F3C0-E0D85A3FA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24CF5ED-0268-C596-C4FD-C57559D656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919C077-861F-25FF-5419-9EBAF6F497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70DBA7-6518-CA8F-5756-9E7C778FA8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9307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070B2-CAAB-1C17-0ABE-B6E3C9AD7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F52F383-1CFB-3942-562D-78BE419274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B48BA28-16E9-FF5F-C292-4FA9FB8FFE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8FA5844-4961-AA87-382F-ABFD1E56EE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27573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50D5F-EB8C-6AA4-7755-4EA447C30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B0470DA-7710-809A-9CC9-5D44C6DBDB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D53FDB0-6731-68C3-2462-E301D5C592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A7D764-4134-5FD7-FF80-C4416A07CA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7237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6D704-5049-68B3-FD4A-613C876A2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C0B05B8-8A58-A66C-4FA9-EF44C8F2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E9D82EB-5A6A-42F5-4588-8F16F9B283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BE0577-DA17-0920-53AB-111DC51684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60247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4609C-2280-FD37-2726-8CF57CBAA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4B153E2-6246-EC9E-4FB2-D5E06116E2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81EF031-56B2-8A88-6754-CED3EDAF7A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83B3CB-B464-FD2F-4ADA-7600A06D85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0830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34AAA-F734-AA6A-E36B-805934396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248D5F7-3E92-F536-F209-672E20996D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805272A-B599-8652-6425-A76B5DF677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B5B8B1-84BC-982C-D291-22E7BB01E9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9168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5400" baseline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5228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 baseline="0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  <a:lvl2pPr marL="342878" indent="0" algn="ctr">
              <a:buNone/>
              <a:defRPr sz="1650"/>
            </a:lvl2pPr>
            <a:lvl3pPr marL="685756" indent="0" algn="ctr">
              <a:buNone/>
              <a:defRPr sz="1650"/>
            </a:lvl3pPr>
            <a:lvl4pPr marL="1028634" indent="0" algn="ctr">
              <a:buNone/>
              <a:defRPr sz="1500"/>
            </a:lvl4pPr>
            <a:lvl5pPr marL="1371511" indent="0" algn="ctr">
              <a:buNone/>
              <a:defRPr sz="1500"/>
            </a:lvl5pPr>
            <a:lvl6pPr marL="1714388" indent="0" algn="ctr">
              <a:buNone/>
              <a:defRPr sz="1500"/>
            </a:lvl6pPr>
            <a:lvl7pPr marL="2057266" indent="0" algn="ctr">
              <a:buNone/>
              <a:defRPr sz="1500"/>
            </a:lvl7pPr>
            <a:lvl8pPr marL="2400144" indent="0" algn="ctr">
              <a:buNone/>
              <a:defRPr sz="1500"/>
            </a:lvl8pPr>
            <a:lvl9pPr marL="2743022" indent="0" algn="ctr">
              <a:buNone/>
              <a:defRPr sz="1500"/>
            </a:lvl9pPr>
          </a:lstStyle>
          <a:p>
            <a:r>
              <a:rPr lang="zh-CN" altLang="en-US" dirty="0"/>
              <a:t>单击以编辑母版副标题样式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800"/>
          </a:p>
        </p:txBody>
      </p:sp>
      <p:grpSp>
        <p:nvGrpSpPr>
          <p:cNvPr id="31" name="组合 30"/>
          <p:cNvGrpSpPr>
            <a:grpSpLocks noChangeAspect="1"/>
          </p:cNvGrpSpPr>
          <p:nvPr userDrawn="1"/>
        </p:nvGrpSpPr>
        <p:grpSpPr>
          <a:xfrm>
            <a:off x="1039543" y="5417977"/>
            <a:ext cx="1693098" cy="285824"/>
            <a:chOff x="8729725" y="4570716"/>
            <a:chExt cx="2830513" cy="477838"/>
          </a:xfrm>
          <a:solidFill>
            <a:schemeClr val="bg2">
              <a:lumMod val="60000"/>
              <a:lumOff val="40000"/>
              <a:alpha val="50000"/>
            </a:schemeClr>
          </a:solidFill>
        </p:grpSpPr>
        <p:sp>
          <p:nvSpPr>
            <p:cNvPr id="32" name="Freeform 34"/>
            <p:cNvSpPr>
              <a:spLocks noEditPoints="1"/>
            </p:cNvSpPr>
            <p:nvPr userDrawn="1"/>
          </p:nvSpPr>
          <p:spPr bwMode="auto">
            <a:xfrm>
              <a:off x="9304400" y="4945366"/>
              <a:ext cx="1363663" cy="101600"/>
            </a:xfrm>
            <a:custGeom>
              <a:avLst/>
              <a:gdLst>
                <a:gd name="T0" fmla="*/ 15 w 915"/>
                <a:gd name="T1" fmla="*/ 51 h 68"/>
                <a:gd name="T2" fmla="*/ 14 w 915"/>
                <a:gd name="T3" fmla="*/ 11 h 68"/>
                <a:gd name="T4" fmla="*/ 35 w 915"/>
                <a:gd name="T5" fmla="*/ 4 h 68"/>
                <a:gd name="T6" fmla="*/ 77 w 915"/>
                <a:gd name="T7" fmla="*/ 51 h 68"/>
                <a:gd name="T8" fmla="*/ 74 w 915"/>
                <a:gd name="T9" fmla="*/ 51 h 68"/>
                <a:gd name="T10" fmla="*/ 57 w 915"/>
                <a:gd name="T11" fmla="*/ 21 h 68"/>
                <a:gd name="T12" fmla="*/ 108 w 915"/>
                <a:gd name="T13" fmla="*/ 0 h 68"/>
                <a:gd name="T14" fmla="*/ 104 w 915"/>
                <a:gd name="T15" fmla="*/ 32 h 68"/>
                <a:gd name="T16" fmla="*/ 134 w 915"/>
                <a:gd name="T17" fmla="*/ 21 h 68"/>
                <a:gd name="T18" fmla="*/ 155 w 915"/>
                <a:gd name="T19" fmla="*/ 21 h 68"/>
                <a:gd name="T20" fmla="*/ 187 w 915"/>
                <a:gd name="T21" fmla="*/ 46 h 68"/>
                <a:gd name="T22" fmla="*/ 169 w 915"/>
                <a:gd name="T23" fmla="*/ 29 h 68"/>
                <a:gd name="T24" fmla="*/ 221 w 915"/>
                <a:gd name="T25" fmla="*/ 24 h 68"/>
                <a:gd name="T26" fmla="*/ 198 w 915"/>
                <a:gd name="T27" fmla="*/ 52 h 68"/>
                <a:gd name="T28" fmla="*/ 209 w 915"/>
                <a:gd name="T29" fmla="*/ 18 h 68"/>
                <a:gd name="T30" fmla="*/ 247 w 915"/>
                <a:gd name="T31" fmla="*/ 51 h 68"/>
                <a:gd name="T32" fmla="*/ 244 w 915"/>
                <a:gd name="T33" fmla="*/ 42 h 68"/>
                <a:gd name="T34" fmla="*/ 271 w 915"/>
                <a:gd name="T35" fmla="*/ 1 h 68"/>
                <a:gd name="T36" fmla="*/ 276 w 915"/>
                <a:gd name="T37" fmla="*/ 51 h 68"/>
                <a:gd name="T38" fmla="*/ 259 w 915"/>
                <a:gd name="T39" fmla="*/ 22 h 68"/>
                <a:gd name="T40" fmla="*/ 301 w 915"/>
                <a:gd name="T41" fmla="*/ 46 h 68"/>
                <a:gd name="T42" fmla="*/ 292 w 915"/>
                <a:gd name="T43" fmla="*/ 7 h 68"/>
                <a:gd name="T44" fmla="*/ 333 w 915"/>
                <a:gd name="T45" fmla="*/ 20 h 68"/>
                <a:gd name="T46" fmla="*/ 309 w 915"/>
                <a:gd name="T47" fmla="*/ 67 h 68"/>
                <a:gd name="T48" fmla="*/ 305 w 915"/>
                <a:gd name="T49" fmla="*/ 19 h 68"/>
                <a:gd name="T50" fmla="*/ 379 w 915"/>
                <a:gd name="T51" fmla="*/ 18 h 68"/>
                <a:gd name="T52" fmla="*/ 415 w 915"/>
                <a:gd name="T53" fmla="*/ 44 h 68"/>
                <a:gd name="T54" fmla="*/ 403 w 915"/>
                <a:gd name="T55" fmla="*/ 21 h 68"/>
                <a:gd name="T56" fmla="*/ 425 w 915"/>
                <a:gd name="T57" fmla="*/ 5 h 68"/>
                <a:gd name="T58" fmla="*/ 475 w 915"/>
                <a:gd name="T59" fmla="*/ 19 h 68"/>
                <a:gd name="T60" fmla="*/ 465 w 915"/>
                <a:gd name="T61" fmla="*/ 54 h 68"/>
                <a:gd name="T62" fmla="*/ 471 w 915"/>
                <a:gd name="T63" fmla="*/ 48 h 68"/>
                <a:gd name="T64" fmla="*/ 474 w 915"/>
                <a:gd name="T65" fmla="*/ 4 h 68"/>
                <a:gd name="T66" fmla="*/ 516 w 915"/>
                <a:gd name="T67" fmla="*/ 28 h 68"/>
                <a:gd name="T68" fmla="*/ 517 w 915"/>
                <a:gd name="T69" fmla="*/ 40 h 68"/>
                <a:gd name="T70" fmla="*/ 537 w 915"/>
                <a:gd name="T71" fmla="*/ 49 h 68"/>
                <a:gd name="T72" fmla="*/ 528 w 915"/>
                <a:gd name="T73" fmla="*/ 23 h 68"/>
                <a:gd name="T74" fmla="*/ 565 w 915"/>
                <a:gd name="T75" fmla="*/ 53 h 68"/>
                <a:gd name="T76" fmla="*/ 563 w 915"/>
                <a:gd name="T77" fmla="*/ 21 h 68"/>
                <a:gd name="T78" fmla="*/ 620 w 915"/>
                <a:gd name="T79" fmla="*/ 52 h 68"/>
                <a:gd name="T80" fmla="*/ 596 w 915"/>
                <a:gd name="T81" fmla="*/ 49 h 68"/>
                <a:gd name="T82" fmla="*/ 587 w 915"/>
                <a:gd name="T83" fmla="*/ 22 h 68"/>
                <a:gd name="T84" fmla="*/ 642 w 915"/>
                <a:gd name="T85" fmla="*/ 17 h 68"/>
                <a:gd name="T86" fmla="*/ 643 w 915"/>
                <a:gd name="T87" fmla="*/ 48 h 68"/>
                <a:gd name="T88" fmla="*/ 667 w 915"/>
                <a:gd name="T89" fmla="*/ 49 h 68"/>
                <a:gd name="T90" fmla="*/ 671 w 915"/>
                <a:gd name="T91" fmla="*/ 23 h 68"/>
                <a:gd name="T92" fmla="*/ 726 w 915"/>
                <a:gd name="T93" fmla="*/ 20 h 68"/>
                <a:gd name="T94" fmla="*/ 739 w 915"/>
                <a:gd name="T95" fmla="*/ 29 h 68"/>
                <a:gd name="T96" fmla="*/ 731 w 915"/>
                <a:gd name="T97" fmla="*/ 33 h 68"/>
                <a:gd name="T98" fmla="*/ 778 w 915"/>
                <a:gd name="T99" fmla="*/ 45 h 68"/>
                <a:gd name="T100" fmla="*/ 771 w 915"/>
                <a:gd name="T101" fmla="*/ 24 h 68"/>
                <a:gd name="T102" fmla="*/ 753 w 915"/>
                <a:gd name="T103" fmla="*/ 45 h 68"/>
                <a:gd name="T104" fmla="*/ 803 w 915"/>
                <a:gd name="T105" fmla="*/ 54 h 68"/>
                <a:gd name="T106" fmla="*/ 816 w 915"/>
                <a:gd name="T107" fmla="*/ 0 h 68"/>
                <a:gd name="T108" fmla="*/ 812 w 915"/>
                <a:gd name="T109" fmla="*/ 29 h 68"/>
                <a:gd name="T110" fmla="*/ 881 w 915"/>
                <a:gd name="T111" fmla="*/ 10 h 68"/>
                <a:gd name="T112" fmla="*/ 859 w 915"/>
                <a:gd name="T113" fmla="*/ 49 h 68"/>
                <a:gd name="T114" fmla="*/ 903 w 915"/>
                <a:gd name="T115" fmla="*/ 48 h 68"/>
                <a:gd name="T116" fmla="*/ 891 w 915"/>
                <a:gd name="T117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68">
                  <a:moveTo>
                    <a:pt x="35" y="4"/>
                  </a:moveTo>
                  <a:cubicBezTo>
                    <a:pt x="35" y="3"/>
                    <a:pt x="35" y="3"/>
                    <a:pt x="35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4"/>
                    <a:pt x="47" y="5"/>
                    <a:pt x="46" y="6"/>
                  </a:cubicBezTo>
                  <a:cubicBezTo>
                    <a:pt x="46" y="7"/>
                    <a:pt x="45" y="9"/>
                    <a:pt x="45" y="1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7"/>
                    <a:pt x="45" y="41"/>
                    <a:pt x="44" y="43"/>
                  </a:cubicBezTo>
                  <a:cubicBezTo>
                    <a:pt x="43" y="46"/>
                    <a:pt x="41" y="49"/>
                    <a:pt x="38" y="51"/>
                  </a:cubicBezTo>
                  <a:cubicBezTo>
                    <a:pt x="35" y="53"/>
                    <a:pt x="31" y="53"/>
                    <a:pt x="27" y="53"/>
                  </a:cubicBezTo>
                  <a:cubicBezTo>
                    <a:pt x="21" y="53"/>
                    <a:pt x="17" y="53"/>
                    <a:pt x="15" y="51"/>
                  </a:cubicBezTo>
                  <a:cubicBezTo>
                    <a:pt x="12" y="49"/>
                    <a:pt x="10" y="46"/>
                    <a:pt x="9" y="43"/>
                  </a:cubicBezTo>
                  <a:cubicBezTo>
                    <a:pt x="8" y="41"/>
                    <a:pt x="7" y="37"/>
                    <a:pt x="7" y="3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8"/>
                    <a:pt x="7" y="6"/>
                    <a:pt x="6" y="5"/>
                  </a:cubicBezTo>
                  <a:cubicBezTo>
                    <a:pt x="5" y="4"/>
                    <a:pt x="4" y="3"/>
                    <a:pt x="2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3"/>
                    <a:pt x="15" y="4"/>
                    <a:pt x="15" y="5"/>
                  </a:cubicBezTo>
                  <a:cubicBezTo>
                    <a:pt x="14" y="6"/>
                    <a:pt x="14" y="8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5"/>
                    <a:pt x="14" y="37"/>
                    <a:pt x="14" y="40"/>
                  </a:cubicBezTo>
                  <a:cubicBezTo>
                    <a:pt x="15" y="43"/>
                    <a:pt x="15" y="45"/>
                    <a:pt x="16" y="46"/>
                  </a:cubicBezTo>
                  <a:cubicBezTo>
                    <a:pt x="17" y="48"/>
                    <a:pt x="19" y="49"/>
                    <a:pt x="20" y="50"/>
                  </a:cubicBezTo>
                  <a:cubicBezTo>
                    <a:pt x="22" y="51"/>
                    <a:pt x="24" y="51"/>
                    <a:pt x="27" y="51"/>
                  </a:cubicBezTo>
                  <a:cubicBezTo>
                    <a:pt x="30" y="51"/>
                    <a:pt x="33" y="50"/>
                    <a:pt x="35" y="49"/>
                  </a:cubicBezTo>
                  <a:cubicBezTo>
                    <a:pt x="37" y="47"/>
                    <a:pt x="39" y="46"/>
                    <a:pt x="40" y="43"/>
                  </a:cubicBezTo>
                  <a:cubicBezTo>
                    <a:pt x="41" y="41"/>
                    <a:pt x="41" y="37"/>
                    <a:pt x="41" y="3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9"/>
                    <a:pt x="41" y="7"/>
                    <a:pt x="40" y="6"/>
                  </a:cubicBezTo>
                  <a:cubicBezTo>
                    <a:pt x="39" y="5"/>
                    <a:pt x="38" y="4"/>
                    <a:pt x="36" y="4"/>
                  </a:cubicBezTo>
                  <a:cubicBezTo>
                    <a:pt x="35" y="4"/>
                    <a:pt x="35" y="4"/>
                    <a:pt x="35" y="4"/>
                  </a:cubicBezTo>
                  <a:close/>
                  <a:moveTo>
                    <a:pt x="69" y="25"/>
                  </a:moveTo>
                  <a:cubicBezTo>
                    <a:pt x="73" y="20"/>
                    <a:pt x="76" y="18"/>
                    <a:pt x="79" y="18"/>
                  </a:cubicBezTo>
                  <a:cubicBezTo>
                    <a:pt x="81" y="18"/>
                    <a:pt x="83" y="18"/>
                    <a:pt x="84" y="19"/>
                  </a:cubicBezTo>
                  <a:cubicBezTo>
                    <a:pt x="85" y="20"/>
                    <a:pt x="87" y="21"/>
                    <a:pt x="87" y="23"/>
                  </a:cubicBezTo>
                  <a:cubicBezTo>
                    <a:pt x="88" y="25"/>
                    <a:pt x="88" y="27"/>
                    <a:pt x="88" y="3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8"/>
                    <a:pt x="89" y="49"/>
                  </a:cubicBezTo>
                  <a:cubicBezTo>
                    <a:pt x="89" y="50"/>
                    <a:pt x="89" y="50"/>
                    <a:pt x="90" y="51"/>
                  </a:cubicBezTo>
                  <a:cubicBezTo>
                    <a:pt x="90" y="51"/>
                    <a:pt x="91" y="51"/>
                    <a:pt x="93" y="51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1"/>
                    <a:pt x="80" y="51"/>
                    <a:pt x="81" y="50"/>
                  </a:cubicBezTo>
                  <a:cubicBezTo>
                    <a:pt x="82" y="50"/>
                    <a:pt x="82" y="49"/>
                    <a:pt x="82" y="48"/>
                  </a:cubicBezTo>
                  <a:cubicBezTo>
                    <a:pt x="82" y="48"/>
                    <a:pt x="82" y="47"/>
                    <a:pt x="82" y="45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27"/>
                    <a:pt x="82" y="25"/>
                    <a:pt x="81" y="24"/>
                  </a:cubicBezTo>
                  <a:cubicBezTo>
                    <a:pt x="80" y="23"/>
                    <a:pt x="79" y="22"/>
                    <a:pt x="77" y="22"/>
                  </a:cubicBezTo>
                  <a:cubicBezTo>
                    <a:pt x="74" y="22"/>
                    <a:pt x="71" y="23"/>
                    <a:pt x="69" y="27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7"/>
                    <a:pt x="69" y="48"/>
                    <a:pt x="69" y="49"/>
                  </a:cubicBezTo>
                  <a:cubicBezTo>
                    <a:pt x="69" y="50"/>
                    <a:pt x="70" y="50"/>
                    <a:pt x="70" y="51"/>
                  </a:cubicBezTo>
                  <a:cubicBezTo>
                    <a:pt x="71" y="51"/>
                    <a:pt x="72" y="51"/>
                    <a:pt x="74" y="51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1"/>
                    <a:pt x="61" y="51"/>
                    <a:pt x="62" y="50"/>
                  </a:cubicBezTo>
                  <a:cubicBezTo>
                    <a:pt x="62" y="49"/>
                    <a:pt x="63" y="47"/>
                    <a:pt x="63" y="45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8"/>
                    <a:pt x="63" y="25"/>
                    <a:pt x="62" y="24"/>
                  </a:cubicBezTo>
                  <a:cubicBezTo>
                    <a:pt x="62" y="23"/>
                    <a:pt x="62" y="23"/>
                    <a:pt x="61" y="22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108" y="0"/>
                  </a:moveTo>
                  <a:cubicBezTo>
                    <a:pt x="109" y="0"/>
                    <a:pt x="110" y="0"/>
                    <a:pt x="110" y="1"/>
                  </a:cubicBezTo>
                  <a:cubicBezTo>
                    <a:pt x="111" y="2"/>
                    <a:pt x="111" y="3"/>
                    <a:pt x="111" y="4"/>
                  </a:cubicBezTo>
                  <a:cubicBezTo>
                    <a:pt x="111" y="5"/>
                    <a:pt x="111" y="6"/>
                    <a:pt x="110" y="7"/>
                  </a:cubicBezTo>
                  <a:cubicBezTo>
                    <a:pt x="109" y="7"/>
                    <a:pt x="109" y="8"/>
                    <a:pt x="108" y="8"/>
                  </a:cubicBezTo>
                  <a:cubicBezTo>
                    <a:pt x="107" y="8"/>
                    <a:pt x="106" y="7"/>
                    <a:pt x="105" y="7"/>
                  </a:cubicBezTo>
                  <a:cubicBezTo>
                    <a:pt x="105" y="6"/>
                    <a:pt x="104" y="5"/>
                    <a:pt x="104" y="4"/>
                  </a:cubicBezTo>
                  <a:cubicBezTo>
                    <a:pt x="104" y="3"/>
                    <a:pt x="105" y="2"/>
                    <a:pt x="105" y="1"/>
                  </a:cubicBezTo>
                  <a:cubicBezTo>
                    <a:pt x="106" y="0"/>
                    <a:pt x="107" y="0"/>
                    <a:pt x="108" y="0"/>
                  </a:cubicBezTo>
                  <a:close/>
                  <a:moveTo>
                    <a:pt x="111" y="18"/>
                  </a:moveTo>
                  <a:cubicBezTo>
                    <a:pt x="111" y="45"/>
                    <a:pt x="111" y="45"/>
                    <a:pt x="111" y="45"/>
                  </a:cubicBezTo>
                  <a:cubicBezTo>
                    <a:pt x="111" y="47"/>
                    <a:pt x="111" y="49"/>
                    <a:pt x="111" y="49"/>
                  </a:cubicBezTo>
                  <a:cubicBezTo>
                    <a:pt x="111" y="50"/>
                    <a:pt x="112" y="51"/>
                    <a:pt x="112" y="51"/>
                  </a:cubicBezTo>
                  <a:cubicBezTo>
                    <a:pt x="113" y="51"/>
                    <a:pt x="114" y="51"/>
                    <a:pt x="115" y="51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99" y="53"/>
                    <a:pt x="99" y="53"/>
                    <a:pt x="99" y="53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1" y="51"/>
                    <a:pt x="102" y="51"/>
                    <a:pt x="103" y="51"/>
                  </a:cubicBezTo>
                  <a:cubicBezTo>
                    <a:pt x="103" y="51"/>
                    <a:pt x="103" y="50"/>
                    <a:pt x="104" y="49"/>
                  </a:cubicBezTo>
                  <a:cubicBezTo>
                    <a:pt x="104" y="49"/>
                    <a:pt x="104" y="47"/>
                    <a:pt x="104" y="45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8"/>
                    <a:pt x="104" y="26"/>
                    <a:pt x="104" y="25"/>
                  </a:cubicBezTo>
                  <a:cubicBezTo>
                    <a:pt x="104" y="24"/>
                    <a:pt x="103" y="23"/>
                    <a:pt x="103" y="23"/>
                  </a:cubicBezTo>
                  <a:cubicBezTo>
                    <a:pt x="103" y="23"/>
                    <a:pt x="102" y="23"/>
                    <a:pt x="101" y="23"/>
                  </a:cubicBezTo>
                  <a:cubicBezTo>
                    <a:pt x="101" y="23"/>
                    <a:pt x="100" y="23"/>
                    <a:pt x="99" y="23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1" y="18"/>
                    <a:pt x="111" y="18"/>
                    <a:pt x="111" y="18"/>
                  </a:cubicBezTo>
                  <a:close/>
                  <a:moveTo>
                    <a:pt x="122" y="19"/>
                  </a:moveTo>
                  <a:cubicBezTo>
                    <a:pt x="137" y="19"/>
                    <a:pt x="137" y="19"/>
                    <a:pt x="137" y="19"/>
                  </a:cubicBezTo>
                  <a:cubicBezTo>
                    <a:pt x="137" y="20"/>
                    <a:pt x="137" y="20"/>
                    <a:pt x="137" y="20"/>
                  </a:cubicBezTo>
                  <a:cubicBezTo>
                    <a:pt x="136" y="20"/>
                    <a:pt x="136" y="20"/>
                    <a:pt x="136" y="20"/>
                  </a:cubicBezTo>
                  <a:cubicBezTo>
                    <a:pt x="135" y="20"/>
                    <a:pt x="134" y="20"/>
                    <a:pt x="134" y="21"/>
                  </a:cubicBezTo>
                  <a:cubicBezTo>
                    <a:pt x="133" y="21"/>
                    <a:pt x="133" y="22"/>
                    <a:pt x="133" y="23"/>
                  </a:cubicBezTo>
                  <a:cubicBezTo>
                    <a:pt x="133" y="23"/>
                    <a:pt x="133" y="25"/>
                    <a:pt x="134" y="26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9" y="24"/>
                    <a:pt x="150" y="23"/>
                    <a:pt x="150" y="22"/>
                  </a:cubicBezTo>
                  <a:cubicBezTo>
                    <a:pt x="150" y="21"/>
                    <a:pt x="150" y="21"/>
                    <a:pt x="149" y="21"/>
                  </a:cubicBezTo>
                  <a:cubicBezTo>
                    <a:pt x="149" y="21"/>
                    <a:pt x="149" y="20"/>
                    <a:pt x="149" y="20"/>
                  </a:cubicBezTo>
                  <a:cubicBezTo>
                    <a:pt x="148" y="20"/>
                    <a:pt x="147" y="20"/>
                    <a:pt x="146" y="20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56" y="20"/>
                    <a:pt x="155" y="20"/>
                    <a:pt x="155" y="21"/>
                  </a:cubicBezTo>
                  <a:cubicBezTo>
                    <a:pt x="154" y="21"/>
                    <a:pt x="153" y="23"/>
                    <a:pt x="152" y="24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39" y="53"/>
                    <a:pt x="139" y="53"/>
                    <a:pt x="139" y="53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3"/>
                    <a:pt x="126" y="22"/>
                    <a:pt x="126" y="22"/>
                  </a:cubicBezTo>
                  <a:cubicBezTo>
                    <a:pt x="125" y="21"/>
                    <a:pt x="125" y="21"/>
                    <a:pt x="124" y="20"/>
                  </a:cubicBezTo>
                  <a:cubicBezTo>
                    <a:pt x="123" y="20"/>
                    <a:pt x="123" y="20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lose/>
                  <a:moveTo>
                    <a:pt x="169" y="31"/>
                  </a:moveTo>
                  <a:cubicBezTo>
                    <a:pt x="169" y="37"/>
                    <a:pt x="170" y="40"/>
                    <a:pt x="173" y="43"/>
                  </a:cubicBezTo>
                  <a:cubicBezTo>
                    <a:pt x="175" y="46"/>
                    <a:pt x="178" y="48"/>
                    <a:pt x="181" y="48"/>
                  </a:cubicBezTo>
                  <a:cubicBezTo>
                    <a:pt x="183" y="48"/>
                    <a:pt x="185" y="47"/>
                    <a:pt x="187" y="46"/>
                  </a:cubicBezTo>
                  <a:cubicBezTo>
                    <a:pt x="188" y="45"/>
                    <a:pt x="189" y="43"/>
                    <a:pt x="191" y="39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1" y="43"/>
                    <a:pt x="190" y="47"/>
                    <a:pt x="187" y="49"/>
                  </a:cubicBezTo>
                  <a:cubicBezTo>
                    <a:pt x="185" y="52"/>
                    <a:pt x="182" y="53"/>
                    <a:pt x="178" y="53"/>
                  </a:cubicBezTo>
                  <a:cubicBezTo>
                    <a:pt x="174" y="53"/>
                    <a:pt x="171" y="52"/>
                    <a:pt x="168" y="49"/>
                  </a:cubicBezTo>
                  <a:cubicBezTo>
                    <a:pt x="165" y="45"/>
                    <a:pt x="164" y="41"/>
                    <a:pt x="164" y="36"/>
                  </a:cubicBezTo>
                  <a:cubicBezTo>
                    <a:pt x="164" y="30"/>
                    <a:pt x="166" y="25"/>
                    <a:pt x="169" y="22"/>
                  </a:cubicBezTo>
                  <a:cubicBezTo>
                    <a:pt x="171" y="19"/>
                    <a:pt x="175" y="17"/>
                    <a:pt x="179" y="17"/>
                  </a:cubicBezTo>
                  <a:cubicBezTo>
                    <a:pt x="183" y="17"/>
                    <a:pt x="186" y="19"/>
                    <a:pt x="189" y="21"/>
                  </a:cubicBezTo>
                  <a:cubicBezTo>
                    <a:pt x="191" y="23"/>
                    <a:pt x="192" y="27"/>
                    <a:pt x="192" y="31"/>
                  </a:cubicBezTo>
                  <a:cubicBezTo>
                    <a:pt x="169" y="31"/>
                    <a:pt x="169" y="31"/>
                    <a:pt x="169" y="31"/>
                  </a:cubicBezTo>
                  <a:close/>
                  <a:moveTo>
                    <a:pt x="169" y="29"/>
                  </a:moveTo>
                  <a:cubicBezTo>
                    <a:pt x="184" y="29"/>
                    <a:pt x="184" y="29"/>
                    <a:pt x="184" y="29"/>
                  </a:cubicBezTo>
                  <a:cubicBezTo>
                    <a:pt x="184" y="27"/>
                    <a:pt x="184" y="26"/>
                    <a:pt x="183" y="25"/>
                  </a:cubicBezTo>
                  <a:cubicBezTo>
                    <a:pt x="183" y="24"/>
                    <a:pt x="182" y="23"/>
                    <a:pt x="181" y="22"/>
                  </a:cubicBezTo>
                  <a:cubicBezTo>
                    <a:pt x="179" y="21"/>
                    <a:pt x="178" y="21"/>
                    <a:pt x="177" y="21"/>
                  </a:cubicBezTo>
                  <a:cubicBezTo>
                    <a:pt x="175" y="21"/>
                    <a:pt x="173" y="21"/>
                    <a:pt x="172" y="23"/>
                  </a:cubicBezTo>
                  <a:cubicBezTo>
                    <a:pt x="170" y="24"/>
                    <a:pt x="169" y="27"/>
                    <a:pt x="169" y="29"/>
                  </a:cubicBezTo>
                  <a:close/>
                  <a:moveTo>
                    <a:pt x="209" y="18"/>
                  </a:moveTo>
                  <a:cubicBezTo>
                    <a:pt x="209" y="25"/>
                    <a:pt x="209" y="25"/>
                    <a:pt x="209" y="25"/>
                  </a:cubicBezTo>
                  <a:cubicBezTo>
                    <a:pt x="212" y="20"/>
                    <a:pt x="215" y="18"/>
                    <a:pt x="218" y="18"/>
                  </a:cubicBezTo>
                  <a:cubicBezTo>
                    <a:pt x="219" y="18"/>
                    <a:pt x="220" y="18"/>
                    <a:pt x="221" y="19"/>
                  </a:cubicBezTo>
                  <a:cubicBezTo>
                    <a:pt x="222" y="20"/>
                    <a:pt x="222" y="21"/>
                    <a:pt x="222" y="22"/>
                  </a:cubicBezTo>
                  <a:cubicBezTo>
                    <a:pt x="222" y="23"/>
                    <a:pt x="222" y="23"/>
                    <a:pt x="221" y="24"/>
                  </a:cubicBezTo>
                  <a:cubicBezTo>
                    <a:pt x="221" y="25"/>
                    <a:pt x="220" y="25"/>
                    <a:pt x="219" y="25"/>
                  </a:cubicBezTo>
                  <a:cubicBezTo>
                    <a:pt x="218" y="25"/>
                    <a:pt x="217" y="25"/>
                    <a:pt x="216" y="24"/>
                  </a:cubicBezTo>
                  <a:cubicBezTo>
                    <a:pt x="215" y="23"/>
                    <a:pt x="214" y="23"/>
                    <a:pt x="214" y="23"/>
                  </a:cubicBezTo>
                  <a:cubicBezTo>
                    <a:pt x="213" y="23"/>
                    <a:pt x="213" y="23"/>
                    <a:pt x="213" y="24"/>
                  </a:cubicBezTo>
                  <a:cubicBezTo>
                    <a:pt x="211" y="25"/>
                    <a:pt x="211" y="27"/>
                    <a:pt x="209" y="29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7"/>
                    <a:pt x="210" y="49"/>
                    <a:pt x="210" y="50"/>
                  </a:cubicBezTo>
                  <a:cubicBezTo>
                    <a:pt x="211" y="51"/>
                    <a:pt x="211" y="51"/>
                    <a:pt x="212" y="51"/>
                  </a:cubicBezTo>
                  <a:cubicBezTo>
                    <a:pt x="213" y="52"/>
                    <a:pt x="214" y="52"/>
                    <a:pt x="215" y="52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200" y="52"/>
                    <a:pt x="201" y="52"/>
                    <a:pt x="202" y="51"/>
                  </a:cubicBezTo>
                  <a:cubicBezTo>
                    <a:pt x="202" y="51"/>
                    <a:pt x="203" y="50"/>
                    <a:pt x="203" y="49"/>
                  </a:cubicBezTo>
                  <a:cubicBezTo>
                    <a:pt x="203" y="49"/>
                    <a:pt x="203" y="48"/>
                    <a:pt x="203" y="46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3" y="29"/>
                    <a:pt x="203" y="26"/>
                    <a:pt x="203" y="25"/>
                  </a:cubicBezTo>
                  <a:cubicBezTo>
                    <a:pt x="203" y="25"/>
                    <a:pt x="202" y="24"/>
                    <a:pt x="202" y="24"/>
                  </a:cubicBezTo>
                  <a:cubicBezTo>
                    <a:pt x="201" y="23"/>
                    <a:pt x="201" y="23"/>
                    <a:pt x="200" y="23"/>
                  </a:cubicBezTo>
                  <a:cubicBezTo>
                    <a:pt x="199" y="23"/>
                    <a:pt x="199" y="23"/>
                    <a:pt x="198" y="24"/>
                  </a:cubicBezTo>
                  <a:cubicBezTo>
                    <a:pt x="197" y="23"/>
                    <a:pt x="197" y="23"/>
                    <a:pt x="197" y="23"/>
                  </a:cubicBezTo>
                  <a:cubicBezTo>
                    <a:pt x="207" y="19"/>
                    <a:pt x="207" y="19"/>
                    <a:pt x="207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8"/>
                    <a:pt x="209" y="18"/>
                    <a:pt x="209" y="18"/>
                  </a:cubicBezTo>
                  <a:close/>
                  <a:moveTo>
                    <a:pt x="249" y="18"/>
                  </a:moveTo>
                  <a:cubicBezTo>
                    <a:pt x="249" y="29"/>
                    <a:pt x="249" y="29"/>
                    <a:pt x="249" y="29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7" y="26"/>
                    <a:pt x="245" y="23"/>
                    <a:pt x="244" y="22"/>
                  </a:cubicBezTo>
                  <a:cubicBezTo>
                    <a:pt x="242" y="21"/>
                    <a:pt x="241" y="20"/>
                    <a:pt x="238" y="20"/>
                  </a:cubicBezTo>
                  <a:cubicBezTo>
                    <a:pt x="237" y="20"/>
                    <a:pt x="235" y="20"/>
                    <a:pt x="234" y="21"/>
                  </a:cubicBezTo>
                  <a:cubicBezTo>
                    <a:pt x="233" y="22"/>
                    <a:pt x="233" y="23"/>
                    <a:pt x="233" y="24"/>
                  </a:cubicBezTo>
                  <a:cubicBezTo>
                    <a:pt x="233" y="25"/>
                    <a:pt x="233" y="27"/>
                    <a:pt x="234" y="28"/>
                  </a:cubicBezTo>
                  <a:cubicBezTo>
                    <a:pt x="235" y="29"/>
                    <a:pt x="236" y="30"/>
                    <a:pt x="238" y="31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8" y="36"/>
                    <a:pt x="251" y="39"/>
                    <a:pt x="251" y="43"/>
                  </a:cubicBezTo>
                  <a:cubicBezTo>
                    <a:pt x="251" y="47"/>
                    <a:pt x="249" y="49"/>
                    <a:pt x="247" y="51"/>
                  </a:cubicBezTo>
                  <a:cubicBezTo>
                    <a:pt x="245" y="53"/>
                    <a:pt x="243" y="54"/>
                    <a:pt x="240" y="54"/>
                  </a:cubicBezTo>
                  <a:cubicBezTo>
                    <a:pt x="238" y="54"/>
                    <a:pt x="235" y="53"/>
                    <a:pt x="233" y="53"/>
                  </a:cubicBezTo>
                  <a:cubicBezTo>
                    <a:pt x="232" y="52"/>
                    <a:pt x="231" y="52"/>
                    <a:pt x="231" y="52"/>
                  </a:cubicBezTo>
                  <a:cubicBezTo>
                    <a:pt x="231" y="52"/>
                    <a:pt x="230" y="53"/>
                    <a:pt x="230" y="53"/>
                  </a:cubicBezTo>
                  <a:cubicBezTo>
                    <a:pt x="229" y="53"/>
                    <a:pt x="229" y="53"/>
                    <a:pt x="229" y="53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30" y="41"/>
                    <a:pt x="230" y="41"/>
                    <a:pt x="230" y="41"/>
                  </a:cubicBezTo>
                  <a:cubicBezTo>
                    <a:pt x="231" y="45"/>
                    <a:pt x="232" y="47"/>
                    <a:pt x="234" y="49"/>
                  </a:cubicBezTo>
                  <a:cubicBezTo>
                    <a:pt x="236" y="51"/>
                    <a:pt x="238" y="52"/>
                    <a:pt x="240" y="52"/>
                  </a:cubicBezTo>
                  <a:cubicBezTo>
                    <a:pt x="242" y="52"/>
                    <a:pt x="243" y="51"/>
                    <a:pt x="244" y="50"/>
                  </a:cubicBezTo>
                  <a:cubicBezTo>
                    <a:pt x="245" y="49"/>
                    <a:pt x="246" y="48"/>
                    <a:pt x="246" y="47"/>
                  </a:cubicBezTo>
                  <a:cubicBezTo>
                    <a:pt x="246" y="45"/>
                    <a:pt x="245" y="43"/>
                    <a:pt x="244" y="42"/>
                  </a:cubicBezTo>
                  <a:cubicBezTo>
                    <a:pt x="243" y="41"/>
                    <a:pt x="241" y="39"/>
                    <a:pt x="237" y="38"/>
                  </a:cubicBezTo>
                  <a:cubicBezTo>
                    <a:pt x="234" y="36"/>
                    <a:pt x="232" y="35"/>
                    <a:pt x="231" y="33"/>
                  </a:cubicBezTo>
                  <a:cubicBezTo>
                    <a:pt x="229" y="31"/>
                    <a:pt x="229" y="30"/>
                    <a:pt x="229" y="28"/>
                  </a:cubicBezTo>
                  <a:cubicBezTo>
                    <a:pt x="229" y="25"/>
                    <a:pt x="230" y="23"/>
                    <a:pt x="232" y="21"/>
                  </a:cubicBezTo>
                  <a:cubicBezTo>
                    <a:pt x="234" y="19"/>
                    <a:pt x="236" y="18"/>
                    <a:pt x="239" y="18"/>
                  </a:cubicBezTo>
                  <a:cubicBezTo>
                    <a:pt x="240" y="18"/>
                    <a:pt x="242" y="18"/>
                    <a:pt x="244" y="19"/>
                  </a:cubicBezTo>
                  <a:cubicBezTo>
                    <a:pt x="245" y="19"/>
                    <a:pt x="246" y="19"/>
                    <a:pt x="246" y="19"/>
                  </a:cubicBezTo>
                  <a:cubicBezTo>
                    <a:pt x="247" y="19"/>
                    <a:pt x="247" y="19"/>
                    <a:pt x="247" y="19"/>
                  </a:cubicBezTo>
                  <a:cubicBezTo>
                    <a:pt x="247" y="19"/>
                    <a:pt x="247" y="18"/>
                    <a:pt x="248" y="17"/>
                  </a:cubicBezTo>
                  <a:cubicBezTo>
                    <a:pt x="249" y="18"/>
                    <a:pt x="249" y="18"/>
                    <a:pt x="249" y="18"/>
                  </a:cubicBezTo>
                  <a:close/>
                  <a:moveTo>
                    <a:pt x="268" y="0"/>
                  </a:moveTo>
                  <a:cubicBezTo>
                    <a:pt x="269" y="0"/>
                    <a:pt x="270" y="0"/>
                    <a:pt x="271" y="1"/>
                  </a:cubicBezTo>
                  <a:cubicBezTo>
                    <a:pt x="271" y="2"/>
                    <a:pt x="272" y="3"/>
                    <a:pt x="272" y="4"/>
                  </a:cubicBezTo>
                  <a:cubicBezTo>
                    <a:pt x="272" y="5"/>
                    <a:pt x="271" y="6"/>
                    <a:pt x="271" y="7"/>
                  </a:cubicBezTo>
                  <a:cubicBezTo>
                    <a:pt x="270" y="7"/>
                    <a:pt x="269" y="8"/>
                    <a:pt x="268" y="8"/>
                  </a:cubicBezTo>
                  <a:cubicBezTo>
                    <a:pt x="267" y="8"/>
                    <a:pt x="266" y="7"/>
                    <a:pt x="266" y="7"/>
                  </a:cubicBezTo>
                  <a:cubicBezTo>
                    <a:pt x="265" y="6"/>
                    <a:pt x="265" y="5"/>
                    <a:pt x="265" y="4"/>
                  </a:cubicBezTo>
                  <a:cubicBezTo>
                    <a:pt x="265" y="3"/>
                    <a:pt x="265" y="2"/>
                    <a:pt x="266" y="1"/>
                  </a:cubicBezTo>
                  <a:cubicBezTo>
                    <a:pt x="266" y="0"/>
                    <a:pt x="267" y="0"/>
                    <a:pt x="268" y="0"/>
                  </a:cubicBezTo>
                  <a:close/>
                  <a:moveTo>
                    <a:pt x="271" y="18"/>
                  </a:moveTo>
                  <a:cubicBezTo>
                    <a:pt x="271" y="45"/>
                    <a:pt x="271" y="45"/>
                    <a:pt x="271" y="45"/>
                  </a:cubicBezTo>
                  <a:cubicBezTo>
                    <a:pt x="271" y="47"/>
                    <a:pt x="271" y="49"/>
                    <a:pt x="271" y="49"/>
                  </a:cubicBezTo>
                  <a:cubicBezTo>
                    <a:pt x="272" y="50"/>
                    <a:pt x="272" y="51"/>
                    <a:pt x="273" y="51"/>
                  </a:cubicBezTo>
                  <a:cubicBezTo>
                    <a:pt x="273" y="51"/>
                    <a:pt x="274" y="51"/>
                    <a:pt x="276" y="51"/>
                  </a:cubicBezTo>
                  <a:cubicBezTo>
                    <a:pt x="276" y="53"/>
                    <a:pt x="276" y="53"/>
                    <a:pt x="276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0" y="51"/>
                    <a:pt x="260" y="51"/>
                    <a:pt x="260" y="51"/>
                  </a:cubicBezTo>
                  <a:cubicBezTo>
                    <a:pt x="261" y="51"/>
                    <a:pt x="263" y="51"/>
                    <a:pt x="263" y="51"/>
                  </a:cubicBezTo>
                  <a:cubicBezTo>
                    <a:pt x="263" y="51"/>
                    <a:pt x="264" y="50"/>
                    <a:pt x="264" y="49"/>
                  </a:cubicBezTo>
                  <a:cubicBezTo>
                    <a:pt x="265" y="49"/>
                    <a:pt x="265" y="47"/>
                    <a:pt x="265" y="45"/>
                  </a:cubicBezTo>
                  <a:cubicBezTo>
                    <a:pt x="265" y="32"/>
                    <a:pt x="265" y="32"/>
                    <a:pt x="265" y="32"/>
                  </a:cubicBezTo>
                  <a:cubicBezTo>
                    <a:pt x="265" y="28"/>
                    <a:pt x="265" y="26"/>
                    <a:pt x="264" y="25"/>
                  </a:cubicBezTo>
                  <a:cubicBezTo>
                    <a:pt x="264" y="24"/>
                    <a:pt x="264" y="23"/>
                    <a:pt x="263" y="23"/>
                  </a:cubicBezTo>
                  <a:cubicBezTo>
                    <a:pt x="263" y="23"/>
                    <a:pt x="263" y="23"/>
                    <a:pt x="262" y="23"/>
                  </a:cubicBezTo>
                  <a:cubicBezTo>
                    <a:pt x="261" y="23"/>
                    <a:pt x="260" y="23"/>
                    <a:pt x="259" y="23"/>
                  </a:cubicBezTo>
                  <a:cubicBezTo>
                    <a:pt x="259" y="22"/>
                    <a:pt x="259" y="22"/>
                    <a:pt x="259" y="22"/>
                  </a:cubicBezTo>
                  <a:cubicBezTo>
                    <a:pt x="269" y="18"/>
                    <a:pt x="269" y="18"/>
                    <a:pt x="269" y="18"/>
                  </a:cubicBezTo>
                  <a:cubicBezTo>
                    <a:pt x="271" y="18"/>
                    <a:pt x="271" y="18"/>
                    <a:pt x="271" y="18"/>
                  </a:cubicBezTo>
                  <a:close/>
                  <a:moveTo>
                    <a:pt x="293" y="7"/>
                  </a:moveTo>
                  <a:cubicBezTo>
                    <a:pt x="293" y="19"/>
                    <a:pt x="293" y="19"/>
                    <a:pt x="293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3" y="43"/>
                    <a:pt x="293" y="43"/>
                    <a:pt x="293" y="43"/>
                  </a:cubicBezTo>
                  <a:cubicBezTo>
                    <a:pt x="293" y="45"/>
                    <a:pt x="294" y="47"/>
                    <a:pt x="294" y="48"/>
                  </a:cubicBezTo>
                  <a:cubicBezTo>
                    <a:pt x="295" y="49"/>
                    <a:pt x="295" y="49"/>
                    <a:pt x="297" y="49"/>
                  </a:cubicBezTo>
                  <a:cubicBezTo>
                    <a:pt x="297" y="49"/>
                    <a:pt x="298" y="49"/>
                    <a:pt x="299" y="48"/>
                  </a:cubicBezTo>
                  <a:cubicBezTo>
                    <a:pt x="300" y="48"/>
                    <a:pt x="300" y="47"/>
                    <a:pt x="301" y="46"/>
                  </a:cubicBezTo>
                  <a:cubicBezTo>
                    <a:pt x="302" y="46"/>
                    <a:pt x="302" y="46"/>
                    <a:pt x="302" y="46"/>
                  </a:cubicBezTo>
                  <a:cubicBezTo>
                    <a:pt x="301" y="48"/>
                    <a:pt x="300" y="50"/>
                    <a:pt x="298" y="51"/>
                  </a:cubicBezTo>
                  <a:cubicBezTo>
                    <a:pt x="297" y="53"/>
                    <a:pt x="295" y="53"/>
                    <a:pt x="293" y="53"/>
                  </a:cubicBezTo>
                  <a:cubicBezTo>
                    <a:pt x="292" y="53"/>
                    <a:pt x="291" y="53"/>
                    <a:pt x="290" y="53"/>
                  </a:cubicBezTo>
                  <a:cubicBezTo>
                    <a:pt x="289" y="52"/>
                    <a:pt x="288" y="51"/>
                    <a:pt x="288" y="50"/>
                  </a:cubicBezTo>
                  <a:cubicBezTo>
                    <a:pt x="287" y="49"/>
                    <a:pt x="287" y="47"/>
                    <a:pt x="287" y="44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82" y="20"/>
                    <a:pt x="282" y="20"/>
                    <a:pt x="282" y="20"/>
                  </a:cubicBezTo>
                  <a:cubicBezTo>
                    <a:pt x="283" y="20"/>
                    <a:pt x="285" y="19"/>
                    <a:pt x="286" y="17"/>
                  </a:cubicBezTo>
                  <a:cubicBezTo>
                    <a:pt x="287" y="16"/>
                    <a:pt x="288" y="15"/>
                    <a:pt x="289" y="13"/>
                  </a:cubicBezTo>
                  <a:cubicBezTo>
                    <a:pt x="290" y="12"/>
                    <a:pt x="291" y="10"/>
                    <a:pt x="292" y="7"/>
                  </a:cubicBezTo>
                  <a:cubicBezTo>
                    <a:pt x="293" y="7"/>
                    <a:pt x="293" y="7"/>
                    <a:pt x="293" y="7"/>
                  </a:cubicBezTo>
                  <a:close/>
                  <a:moveTo>
                    <a:pt x="306" y="19"/>
                  </a:moveTo>
                  <a:cubicBezTo>
                    <a:pt x="321" y="19"/>
                    <a:pt x="321" y="19"/>
                    <a:pt x="321" y="19"/>
                  </a:cubicBezTo>
                  <a:cubicBezTo>
                    <a:pt x="321" y="20"/>
                    <a:pt x="321" y="20"/>
                    <a:pt x="321" y="2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19" y="20"/>
                    <a:pt x="318" y="20"/>
                    <a:pt x="318" y="21"/>
                  </a:cubicBezTo>
                  <a:cubicBezTo>
                    <a:pt x="317" y="21"/>
                    <a:pt x="317" y="22"/>
                    <a:pt x="317" y="22"/>
                  </a:cubicBezTo>
                  <a:cubicBezTo>
                    <a:pt x="317" y="23"/>
                    <a:pt x="317" y="25"/>
                    <a:pt x="318" y="26"/>
                  </a:cubicBezTo>
                  <a:cubicBezTo>
                    <a:pt x="326" y="43"/>
                    <a:pt x="326" y="43"/>
                    <a:pt x="326" y="43"/>
                  </a:cubicBezTo>
                  <a:cubicBezTo>
                    <a:pt x="333" y="25"/>
                    <a:pt x="333" y="25"/>
                    <a:pt x="333" y="25"/>
                  </a:cubicBezTo>
                  <a:cubicBezTo>
                    <a:pt x="334" y="23"/>
                    <a:pt x="334" y="23"/>
                    <a:pt x="334" y="21"/>
                  </a:cubicBezTo>
                  <a:cubicBezTo>
                    <a:pt x="334" y="21"/>
                    <a:pt x="334" y="21"/>
                    <a:pt x="333" y="20"/>
                  </a:cubicBezTo>
                  <a:cubicBezTo>
                    <a:pt x="333" y="20"/>
                    <a:pt x="333" y="20"/>
                    <a:pt x="333" y="19"/>
                  </a:cubicBezTo>
                  <a:cubicBezTo>
                    <a:pt x="332" y="19"/>
                    <a:pt x="331" y="19"/>
                    <a:pt x="331" y="19"/>
                  </a:cubicBezTo>
                  <a:cubicBezTo>
                    <a:pt x="331" y="18"/>
                    <a:pt x="331" y="18"/>
                    <a:pt x="331" y="18"/>
                  </a:cubicBezTo>
                  <a:cubicBezTo>
                    <a:pt x="341" y="18"/>
                    <a:pt x="341" y="18"/>
                    <a:pt x="341" y="18"/>
                  </a:cubicBezTo>
                  <a:cubicBezTo>
                    <a:pt x="341" y="19"/>
                    <a:pt x="341" y="19"/>
                    <a:pt x="341" y="19"/>
                  </a:cubicBezTo>
                  <a:cubicBezTo>
                    <a:pt x="341" y="19"/>
                    <a:pt x="340" y="19"/>
                    <a:pt x="339" y="19"/>
                  </a:cubicBezTo>
                  <a:cubicBezTo>
                    <a:pt x="339" y="20"/>
                    <a:pt x="338" y="20"/>
                    <a:pt x="338" y="21"/>
                  </a:cubicBezTo>
                  <a:cubicBezTo>
                    <a:pt x="337" y="21"/>
                    <a:pt x="337" y="22"/>
                    <a:pt x="337" y="24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61"/>
                    <a:pt x="321" y="63"/>
                    <a:pt x="318" y="65"/>
                  </a:cubicBezTo>
                  <a:cubicBezTo>
                    <a:pt x="316" y="67"/>
                    <a:pt x="314" y="68"/>
                    <a:pt x="312" y="68"/>
                  </a:cubicBezTo>
                  <a:cubicBezTo>
                    <a:pt x="311" y="68"/>
                    <a:pt x="310" y="67"/>
                    <a:pt x="309" y="67"/>
                  </a:cubicBezTo>
                  <a:cubicBezTo>
                    <a:pt x="308" y="66"/>
                    <a:pt x="307" y="65"/>
                    <a:pt x="307" y="64"/>
                  </a:cubicBezTo>
                  <a:cubicBezTo>
                    <a:pt x="307" y="63"/>
                    <a:pt x="308" y="62"/>
                    <a:pt x="308" y="61"/>
                  </a:cubicBezTo>
                  <a:cubicBezTo>
                    <a:pt x="309" y="61"/>
                    <a:pt x="310" y="61"/>
                    <a:pt x="311" y="61"/>
                  </a:cubicBezTo>
                  <a:cubicBezTo>
                    <a:pt x="312" y="61"/>
                    <a:pt x="313" y="61"/>
                    <a:pt x="314" y="61"/>
                  </a:cubicBezTo>
                  <a:cubicBezTo>
                    <a:pt x="315" y="62"/>
                    <a:pt x="316" y="62"/>
                    <a:pt x="316" y="62"/>
                  </a:cubicBezTo>
                  <a:cubicBezTo>
                    <a:pt x="317" y="62"/>
                    <a:pt x="317" y="61"/>
                    <a:pt x="318" y="61"/>
                  </a:cubicBezTo>
                  <a:cubicBezTo>
                    <a:pt x="319" y="60"/>
                    <a:pt x="320" y="58"/>
                    <a:pt x="321" y="56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11" y="24"/>
                    <a:pt x="311" y="23"/>
                    <a:pt x="310" y="22"/>
                  </a:cubicBezTo>
                  <a:cubicBezTo>
                    <a:pt x="309" y="21"/>
                    <a:pt x="309" y="20"/>
                    <a:pt x="308" y="20"/>
                  </a:cubicBezTo>
                  <a:cubicBezTo>
                    <a:pt x="308" y="20"/>
                    <a:pt x="307" y="19"/>
                    <a:pt x="305" y="19"/>
                  </a:cubicBezTo>
                  <a:cubicBezTo>
                    <a:pt x="306" y="19"/>
                    <a:pt x="306" y="19"/>
                    <a:pt x="306" y="19"/>
                  </a:cubicBezTo>
                  <a:close/>
                  <a:moveTo>
                    <a:pt x="379" y="18"/>
                  </a:moveTo>
                  <a:cubicBezTo>
                    <a:pt x="383" y="18"/>
                    <a:pt x="387" y="20"/>
                    <a:pt x="391" y="24"/>
                  </a:cubicBezTo>
                  <a:cubicBezTo>
                    <a:pt x="393" y="27"/>
                    <a:pt x="395" y="31"/>
                    <a:pt x="395" y="35"/>
                  </a:cubicBezTo>
                  <a:cubicBezTo>
                    <a:pt x="395" y="39"/>
                    <a:pt x="394" y="41"/>
                    <a:pt x="393" y="45"/>
                  </a:cubicBezTo>
                  <a:cubicBezTo>
                    <a:pt x="391" y="48"/>
                    <a:pt x="389" y="50"/>
                    <a:pt x="387" y="52"/>
                  </a:cubicBezTo>
                  <a:cubicBezTo>
                    <a:pt x="385" y="53"/>
                    <a:pt x="382" y="54"/>
                    <a:pt x="379" y="54"/>
                  </a:cubicBezTo>
                  <a:cubicBezTo>
                    <a:pt x="374" y="54"/>
                    <a:pt x="370" y="52"/>
                    <a:pt x="367" y="48"/>
                  </a:cubicBezTo>
                  <a:cubicBezTo>
                    <a:pt x="365" y="45"/>
                    <a:pt x="363" y="41"/>
                    <a:pt x="363" y="37"/>
                  </a:cubicBezTo>
                  <a:cubicBezTo>
                    <a:pt x="363" y="33"/>
                    <a:pt x="364" y="30"/>
                    <a:pt x="366" y="27"/>
                  </a:cubicBezTo>
                  <a:cubicBezTo>
                    <a:pt x="367" y="24"/>
                    <a:pt x="369" y="22"/>
                    <a:pt x="372" y="21"/>
                  </a:cubicBezTo>
                  <a:cubicBezTo>
                    <a:pt x="373" y="19"/>
                    <a:pt x="376" y="18"/>
                    <a:pt x="379" y="18"/>
                  </a:cubicBezTo>
                  <a:close/>
                  <a:moveTo>
                    <a:pt x="377" y="20"/>
                  </a:moveTo>
                  <a:cubicBezTo>
                    <a:pt x="376" y="20"/>
                    <a:pt x="375" y="21"/>
                    <a:pt x="373" y="21"/>
                  </a:cubicBezTo>
                  <a:cubicBezTo>
                    <a:pt x="372" y="22"/>
                    <a:pt x="371" y="23"/>
                    <a:pt x="370" y="25"/>
                  </a:cubicBezTo>
                  <a:cubicBezTo>
                    <a:pt x="369" y="27"/>
                    <a:pt x="369" y="30"/>
                    <a:pt x="369" y="33"/>
                  </a:cubicBezTo>
                  <a:cubicBezTo>
                    <a:pt x="369" y="38"/>
                    <a:pt x="370" y="42"/>
                    <a:pt x="372" y="46"/>
                  </a:cubicBezTo>
                  <a:cubicBezTo>
                    <a:pt x="374" y="49"/>
                    <a:pt x="376" y="51"/>
                    <a:pt x="379" y="51"/>
                  </a:cubicBezTo>
                  <a:cubicBezTo>
                    <a:pt x="382" y="51"/>
                    <a:pt x="384" y="50"/>
                    <a:pt x="385" y="48"/>
                  </a:cubicBezTo>
                  <a:cubicBezTo>
                    <a:pt x="387" y="46"/>
                    <a:pt x="387" y="43"/>
                    <a:pt x="387" y="38"/>
                  </a:cubicBezTo>
                  <a:cubicBezTo>
                    <a:pt x="387" y="32"/>
                    <a:pt x="386" y="27"/>
                    <a:pt x="384" y="24"/>
                  </a:cubicBezTo>
                  <a:cubicBezTo>
                    <a:pt x="382" y="21"/>
                    <a:pt x="380" y="20"/>
                    <a:pt x="377" y="20"/>
                  </a:cubicBezTo>
                  <a:close/>
                  <a:moveTo>
                    <a:pt x="415" y="21"/>
                  </a:moveTo>
                  <a:cubicBezTo>
                    <a:pt x="415" y="44"/>
                    <a:pt x="415" y="44"/>
                    <a:pt x="415" y="44"/>
                  </a:cubicBezTo>
                  <a:cubicBezTo>
                    <a:pt x="415" y="47"/>
                    <a:pt x="416" y="49"/>
                    <a:pt x="416" y="50"/>
                  </a:cubicBezTo>
                  <a:cubicBezTo>
                    <a:pt x="417" y="51"/>
                    <a:pt x="418" y="51"/>
                    <a:pt x="420" y="51"/>
                  </a:cubicBezTo>
                  <a:cubicBezTo>
                    <a:pt x="423" y="51"/>
                    <a:pt x="423" y="51"/>
                    <a:pt x="423" y="51"/>
                  </a:cubicBezTo>
                  <a:cubicBezTo>
                    <a:pt x="423" y="53"/>
                    <a:pt x="423" y="53"/>
                    <a:pt x="423" y="53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1"/>
                    <a:pt x="403" y="51"/>
                    <a:pt x="403" y="51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6" y="51"/>
                    <a:pt x="407" y="51"/>
                    <a:pt x="408" y="51"/>
                  </a:cubicBezTo>
                  <a:cubicBezTo>
                    <a:pt x="409" y="50"/>
                    <a:pt x="409" y="49"/>
                    <a:pt x="409" y="49"/>
                  </a:cubicBezTo>
                  <a:cubicBezTo>
                    <a:pt x="410" y="48"/>
                    <a:pt x="410" y="46"/>
                    <a:pt x="410" y="44"/>
                  </a:cubicBezTo>
                  <a:cubicBezTo>
                    <a:pt x="410" y="21"/>
                    <a:pt x="410" y="21"/>
                    <a:pt x="410" y="21"/>
                  </a:cubicBezTo>
                  <a:cubicBezTo>
                    <a:pt x="403" y="21"/>
                    <a:pt x="403" y="21"/>
                    <a:pt x="403" y="21"/>
                  </a:cubicBezTo>
                  <a:cubicBezTo>
                    <a:pt x="403" y="19"/>
                    <a:pt x="403" y="19"/>
                    <a:pt x="403" y="19"/>
                  </a:cubicBezTo>
                  <a:cubicBezTo>
                    <a:pt x="410" y="19"/>
                    <a:pt x="410" y="19"/>
                    <a:pt x="410" y="19"/>
                  </a:cubicBezTo>
                  <a:cubicBezTo>
                    <a:pt x="410" y="16"/>
                    <a:pt x="410" y="16"/>
                    <a:pt x="410" y="16"/>
                  </a:cubicBezTo>
                  <a:cubicBezTo>
                    <a:pt x="410" y="13"/>
                    <a:pt x="410" y="10"/>
                    <a:pt x="411" y="7"/>
                  </a:cubicBezTo>
                  <a:cubicBezTo>
                    <a:pt x="413" y="5"/>
                    <a:pt x="414" y="3"/>
                    <a:pt x="416" y="2"/>
                  </a:cubicBezTo>
                  <a:cubicBezTo>
                    <a:pt x="418" y="0"/>
                    <a:pt x="421" y="0"/>
                    <a:pt x="423" y="0"/>
                  </a:cubicBezTo>
                  <a:cubicBezTo>
                    <a:pt x="426" y="0"/>
                    <a:pt x="428" y="1"/>
                    <a:pt x="430" y="2"/>
                  </a:cubicBezTo>
                  <a:cubicBezTo>
                    <a:pt x="431" y="3"/>
                    <a:pt x="432" y="5"/>
                    <a:pt x="432" y="6"/>
                  </a:cubicBezTo>
                  <a:cubicBezTo>
                    <a:pt x="432" y="7"/>
                    <a:pt x="432" y="7"/>
                    <a:pt x="431" y="8"/>
                  </a:cubicBezTo>
                  <a:cubicBezTo>
                    <a:pt x="431" y="9"/>
                    <a:pt x="430" y="9"/>
                    <a:pt x="429" y="9"/>
                  </a:cubicBezTo>
                  <a:cubicBezTo>
                    <a:pt x="429" y="9"/>
                    <a:pt x="428" y="8"/>
                    <a:pt x="428" y="8"/>
                  </a:cubicBezTo>
                  <a:cubicBezTo>
                    <a:pt x="427" y="7"/>
                    <a:pt x="427" y="7"/>
                    <a:pt x="425" y="5"/>
                  </a:cubicBezTo>
                  <a:cubicBezTo>
                    <a:pt x="425" y="4"/>
                    <a:pt x="424" y="3"/>
                    <a:pt x="423" y="2"/>
                  </a:cubicBezTo>
                  <a:cubicBezTo>
                    <a:pt x="422" y="2"/>
                    <a:pt x="421" y="1"/>
                    <a:pt x="421" y="1"/>
                  </a:cubicBezTo>
                  <a:cubicBezTo>
                    <a:pt x="419" y="1"/>
                    <a:pt x="419" y="2"/>
                    <a:pt x="418" y="2"/>
                  </a:cubicBezTo>
                  <a:cubicBezTo>
                    <a:pt x="417" y="3"/>
                    <a:pt x="417" y="4"/>
                    <a:pt x="416" y="5"/>
                  </a:cubicBezTo>
                  <a:cubicBezTo>
                    <a:pt x="416" y="6"/>
                    <a:pt x="416" y="9"/>
                    <a:pt x="416" y="15"/>
                  </a:cubicBezTo>
                  <a:cubicBezTo>
                    <a:pt x="416" y="17"/>
                    <a:pt x="416" y="17"/>
                    <a:pt x="416" y="17"/>
                  </a:cubicBezTo>
                  <a:cubicBezTo>
                    <a:pt x="424" y="17"/>
                    <a:pt x="424" y="17"/>
                    <a:pt x="424" y="17"/>
                  </a:cubicBezTo>
                  <a:cubicBezTo>
                    <a:pt x="424" y="21"/>
                    <a:pt x="424" y="21"/>
                    <a:pt x="424" y="21"/>
                  </a:cubicBezTo>
                  <a:cubicBezTo>
                    <a:pt x="415" y="21"/>
                    <a:pt x="415" y="21"/>
                    <a:pt x="415" y="21"/>
                  </a:cubicBezTo>
                  <a:close/>
                  <a:moveTo>
                    <a:pt x="477" y="1"/>
                  </a:moveTo>
                  <a:cubicBezTo>
                    <a:pt x="477" y="19"/>
                    <a:pt x="477" y="19"/>
                    <a:pt x="477" y="19"/>
                  </a:cubicBezTo>
                  <a:cubicBezTo>
                    <a:pt x="475" y="19"/>
                    <a:pt x="475" y="19"/>
                    <a:pt x="475" y="19"/>
                  </a:cubicBezTo>
                  <a:cubicBezTo>
                    <a:pt x="475" y="15"/>
                    <a:pt x="474" y="13"/>
                    <a:pt x="473" y="11"/>
                  </a:cubicBezTo>
                  <a:cubicBezTo>
                    <a:pt x="472" y="9"/>
                    <a:pt x="470" y="7"/>
                    <a:pt x="468" y="6"/>
                  </a:cubicBezTo>
                  <a:cubicBezTo>
                    <a:pt x="466" y="5"/>
                    <a:pt x="464" y="4"/>
                    <a:pt x="462" y="4"/>
                  </a:cubicBezTo>
                  <a:cubicBezTo>
                    <a:pt x="459" y="4"/>
                    <a:pt x="457" y="5"/>
                    <a:pt x="456" y="7"/>
                  </a:cubicBezTo>
                  <a:cubicBezTo>
                    <a:pt x="454" y="8"/>
                    <a:pt x="453" y="10"/>
                    <a:pt x="453" y="12"/>
                  </a:cubicBezTo>
                  <a:cubicBezTo>
                    <a:pt x="453" y="13"/>
                    <a:pt x="454" y="15"/>
                    <a:pt x="455" y="16"/>
                  </a:cubicBezTo>
                  <a:cubicBezTo>
                    <a:pt x="457" y="18"/>
                    <a:pt x="460" y="20"/>
                    <a:pt x="465" y="23"/>
                  </a:cubicBezTo>
                  <a:cubicBezTo>
                    <a:pt x="470" y="26"/>
                    <a:pt x="473" y="28"/>
                    <a:pt x="475" y="29"/>
                  </a:cubicBezTo>
                  <a:cubicBezTo>
                    <a:pt x="476" y="31"/>
                    <a:pt x="477" y="32"/>
                    <a:pt x="479" y="34"/>
                  </a:cubicBezTo>
                  <a:cubicBezTo>
                    <a:pt x="479" y="36"/>
                    <a:pt x="480" y="38"/>
                    <a:pt x="480" y="40"/>
                  </a:cubicBezTo>
                  <a:cubicBezTo>
                    <a:pt x="480" y="44"/>
                    <a:pt x="478" y="47"/>
                    <a:pt x="475" y="50"/>
                  </a:cubicBezTo>
                  <a:cubicBezTo>
                    <a:pt x="473" y="53"/>
                    <a:pt x="469" y="54"/>
                    <a:pt x="465" y="54"/>
                  </a:cubicBezTo>
                  <a:cubicBezTo>
                    <a:pt x="463" y="54"/>
                    <a:pt x="462" y="54"/>
                    <a:pt x="461" y="53"/>
                  </a:cubicBezTo>
                  <a:cubicBezTo>
                    <a:pt x="460" y="53"/>
                    <a:pt x="458" y="53"/>
                    <a:pt x="456" y="52"/>
                  </a:cubicBezTo>
                  <a:cubicBezTo>
                    <a:pt x="454" y="51"/>
                    <a:pt x="453" y="51"/>
                    <a:pt x="452" y="51"/>
                  </a:cubicBezTo>
                  <a:cubicBezTo>
                    <a:pt x="451" y="51"/>
                    <a:pt x="451" y="51"/>
                    <a:pt x="450" y="51"/>
                  </a:cubicBezTo>
                  <a:cubicBezTo>
                    <a:pt x="450" y="52"/>
                    <a:pt x="450" y="53"/>
                    <a:pt x="449" y="54"/>
                  </a:cubicBezTo>
                  <a:cubicBezTo>
                    <a:pt x="448" y="54"/>
                    <a:pt x="448" y="54"/>
                    <a:pt x="448" y="54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449" y="37"/>
                    <a:pt x="449" y="37"/>
                    <a:pt x="449" y="37"/>
                  </a:cubicBezTo>
                  <a:cubicBezTo>
                    <a:pt x="450" y="40"/>
                    <a:pt x="451" y="43"/>
                    <a:pt x="452" y="45"/>
                  </a:cubicBezTo>
                  <a:cubicBezTo>
                    <a:pt x="453" y="46"/>
                    <a:pt x="455" y="48"/>
                    <a:pt x="457" y="49"/>
                  </a:cubicBezTo>
                  <a:cubicBezTo>
                    <a:pt x="459" y="50"/>
                    <a:pt x="461" y="51"/>
                    <a:pt x="464" y="51"/>
                  </a:cubicBezTo>
                  <a:cubicBezTo>
                    <a:pt x="467" y="51"/>
                    <a:pt x="469" y="50"/>
                    <a:pt x="471" y="48"/>
                  </a:cubicBezTo>
                  <a:cubicBezTo>
                    <a:pt x="473" y="47"/>
                    <a:pt x="473" y="45"/>
                    <a:pt x="473" y="43"/>
                  </a:cubicBezTo>
                  <a:cubicBezTo>
                    <a:pt x="473" y="41"/>
                    <a:pt x="473" y="40"/>
                    <a:pt x="473" y="39"/>
                  </a:cubicBezTo>
                  <a:cubicBezTo>
                    <a:pt x="472" y="38"/>
                    <a:pt x="471" y="37"/>
                    <a:pt x="469" y="35"/>
                  </a:cubicBezTo>
                  <a:cubicBezTo>
                    <a:pt x="469" y="35"/>
                    <a:pt x="466" y="33"/>
                    <a:pt x="462" y="31"/>
                  </a:cubicBezTo>
                  <a:cubicBezTo>
                    <a:pt x="458" y="28"/>
                    <a:pt x="455" y="26"/>
                    <a:pt x="453" y="25"/>
                  </a:cubicBezTo>
                  <a:cubicBezTo>
                    <a:pt x="451" y="23"/>
                    <a:pt x="450" y="22"/>
                    <a:pt x="449" y="20"/>
                  </a:cubicBezTo>
                  <a:cubicBezTo>
                    <a:pt x="448" y="19"/>
                    <a:pt x="448" y="17"/>
                    <a:pt x="448" y="15"/>
                  </a:cubicBezTo>
                  <a:cubicBezTo>
                    <a:pt x="448" y="11"/>
                    <a:pt x="449" y="8"/>
                    <a:pt x="452" y="5"/>
                  </a:cubicBezTo>
                  <a:cubicBezTo>
                    <a:pt x="455" y="3"/>
                    <a:pt x="458" y="1"/>
                    <a:pt x="462" y="1"/>
                  </a:cubicBezTo>
                  <a:cubicBezTo>
                    <a:pt x="464" y="1"/>
                    <a:pt x="467" y="2"/>
                    <a:pt x="470" y="3"/>
                  </a:cubicBezTo>
                  <a:cubicBezTo>
                    <a:pt x="471" y="4"/>
                    <a:pt x="472" y="4"/>
                    <a:pt x="473" y="4"/>
                  </a:cubicBezTo>
                  <a:cubicBezTo>
                    <a:pt x="473" y="4"/>
                    <a:pt x="474" y="4"/>
                    <a:pt x="474" y="4"/>
                  </a:cubicBezTo>
                  <a:cubicBezTo>
                    <a:pt x="475" y="3"/>
                    <a:pt x="475" y="3"/>
                    <a:pt x="475" y="1"/>
                  </a:cubicBezTo>
                  <a:cubicBezTo>
                    <a:pt x="477" y="1"/>
                    <a:pt x="477" y="1"/>
                    <a:pt x="477" y="1"/>
                  </a:cubicBezTo>
                  <a:close/>
                  <a:moveTo>
                    <a:pt x="517" y="40"/>
                  </a:moveTo>
                  <a:cubicBezTo>
                    <a:pt x="517" y="44"/>
                    <a:pt x="515" y="48"/>
                    <a:pt x="512" y="50"/>
                  </a:cubicBezTo>
                  <a:cubicBezTo>
                    <a:pt x="510" y="53"/>
                    <a:pt x="507" y="54"/>
                    <a:pt x="504" y="54"/>
                  </a:cubicBezTo>
                  <a:cubicBezTo>
                    <a:pt x="500" y="54"/>
                    <a:pt x="497" y="52"/>
                    <a:pt x="494" y="49"/>
                  </a:cubicBezTo>
                  <a:cubicBezTo>
                    <a:pt x="491" y="46"/>
                    <a:pt x="490" y="41"/>
                    <a:pt x="490" y="36"/>
                  </a:cubicBezTo>
                  <a:cubicBezTo>
                    <a:pt x="490" y="31"/>
                    <a:pt x="492" y="26"/>
                    <a:pt x="495" y="23"/>
                  </a:cubicBezTo>
                  <a:cubicBezTo>
                    <a:pt x="498" y="19"/>
                    <a:pt x="501" y="17"/>
                    <a:pt x="506" y="17"/>
                  </a:cubicBezTo>
                  <a:cubicBezTo>
                    <a:pt x="509" y="17"/>
                    <a:pt x="512" y="18"/>
                    <a:pt x="514" y="20"/>
                  </a:cubicBezTo>
                  <a:cubicBezTo>
                    <a:pt x="516" y="22"/>
                    <a:pt x="517" y="24"/>
                    <a:pt x="517" y="26"/>
                  </a:cubicBezTo>
                  <a:cubicBezTo>
                    <a:pt x="517" y="27"/>
                    <a:pt x="517" y="27"/>
                    <a:pt x="516" y="28"/>
                  </a:cubicBezTo>
                  <a:cubicBezTo>
                    <a:pt x="516" y="29"/>
                    <a:pt x="515" y="29"/>
                    <a:pt x="514" y="29"/>
                  </a:cubicBezTo>
                  <a:cubicBezTo>
                    <a:pt x="512" y="29"/>
                    <a:pt x="511" y="29"/>
                    <a:pt x="511" y="27"/>
                  </a:cubicBezTo>
                  <a:cubicBezTo>
                    <a:pt x="510" y="27"/>
                    <a:pt x="510" y="26"/>
                    <a:pt x="510" y="25"/>
                  </a:cubicBezTo>
                  <a:cubicBezTo>
                    <a:pt x="510" y="23"/>
                    <a:pt x="509" y="22"/>
                    <a:pt x="508" y="21"/>
                  </a:cubicBezTo>
                  <a:cubicBezTo>
                    <a:pt x="507" y="21"/>
                    <a:pt x="506" y="20"/>
                    <a:pt x="505" y="20"/>
                  </a:cubicBezTo>
                  <a:cubicBezTo>
                    <a:pt x="502" y="20"/>
                    <a:pt x="500" y="21"/>
                    <a:pt x="499" y="23"/>
                  </a:cubicBezTo>
                  <a:cubicBezTo>
                    <a:pt x="497" y="25"/>
                    <a:pt x="496" y="29"/>
                    <a:pt x="496" y="33"/>
                  </a:cubicBezTo>
                  <a:cubicBezTo>
                    <a:pt x="496" y="37"/>
                    <a:pt x="497" y="40"/>
                    <a:pt x="499" y="43"/>
                  </a:cubicBezTo>
                  <a:cubicBezTo>
                    <a:pt x="501" y="47"/>
                    <a:pt x="503" y="48"/>
                    <a:pt x="507" y="48"/>
                  </a:cubicBezTo>
                  <a:cubicBezTo>
                    <a:pt x="509" y="48"/>
                    <a:pt x="511" y="47"/>
                    <a:pt x="513" y="46"/>
                  </a:cubicBezTo>
                  <a:cubicBezTo>
                    <a:pt x="514" y="45"/>
                    <a:pt x="515" y="43"/>
                    <a:pt x="517" y="40"/>
                  </a:cubicBezTo>
                  <a:cubicBezTo>
                    <a:pt x="517" y="40"/>
                    <a:pt x="517" y="40"/>
                    <a:pt x="517" y="40"/>
                  </a:cubicBezTo>
                  <a:close/>
                  <a:moveTo>
                    <a:pt x="534" y="0"/>
                  </a:moveTo>
                  <a:cubicBezTo>
                    <a:pt x="535" y="0"/>
                    <a:pt x="536" y="0"/>
                    <a:pt x="537" y="1"/>
                  </a:cubicBezTo>
                  <a:cubicBezTo>
                    <a:pt x="537" y="2"/>
                    <a:pt x="538" y="3"/>
                    <a:pt x="538" y="4"/>
                  </a:cubicBezTo>
                  <a:cubicBezTo>
                    <a:pt x="538" y="5"/>
                    <a:pt x="537" y="6"/>
                    <a:pt x="537" y="7"/>
                  </a:cubicBezTo>
                  <a:cubicBezTo>
                    <a:pt x="536" y="7"/>
                    <a:pt x="535" y="8"/>
                    <a:pt x="534" y="8"/>
                  </a:cubicBezTo>
                  <a:cubicBezTo>
                    <a:pt x="533" y="8"/>
                    <a:pt x="532" y="7"/>
                    <a:pt x="532" y="7"/>
                  </a:cubicBezTo>
                  <a:cubicBezTo>
                    <a:pt x="531" y="6"/>
                    <a:pt x="531" y="5"/>
                    <a:pt x="531" y="4"/>
                  </a:cubicBezTo>
                  <a:cubicBezTo>
                    <a:pt x="531" y="3"/>
                    <a:pt x="531" y="2"/>
                    <a:pt x="532" y="1"/>
                  </a:cubicBezTo>
                  <a:cubicBezTo>
                    <a:pt x="532" y="0"/>
                    <a:pt x="533" y="0"/>
                    <a:pt x="534" y="0"/>
                  </a:cubicBezTo>
                  <a:close/>
                  <a:moveTo>
                    <a:pt x="537" y="18"/>
                  </a:moveTo>
                  <a:cubicBezTo>
                    <a:pt x="537" y="45"/>
                    <a:pt x="537" y="45"/>
                    <a:pt x="537" y="45"/>
                  </a:cubicBezTo>
                  <a:cubicBezTo>
                    <a:pt x="537" y="47"/>
                    <a:pt x="537" y="49"/>
                    <a:pt x="537" y="49"/>
                  </a:cubicBezTo>
                  <a:cubicBezTo>
                    <a:pt x="538" y="50"/>
                    <a:pt x="538" y="51"/>
                    <a:pt x="539" y="51"/>
                  </a:cubicBezTo>
                  <a:cubicBezTo>
                    <a:pt x="539" y="51"/>
                    <a:pt x="540" y="51"/>
                    <a:pt x="542" y="51"/>
                  </a:cubicBezTo>
                  <a:cubicBezTo>
                    <a:pt x="542" y="53"/>
                    <a:pt x="542" y="53"/>
                    <a:pt x="542" y="53"/>
                  </a:cubicBezTo>
                  <a:cubicBezTo>
                    <a:pt x="526" y="53"/>
                    <a:pt x="526" y="53"/>
                    <a:pt x="526" y="53"/>
                  </a:cubicBezTo>
                  <a:cubicBezTo>
                    <a:pt x="526" y="51"/>
                    <a:pt x="526" y="51"/>
                    <a:pt x="526" y="51"/>
                  </a:cubicBezTo>
                  <a:cubicBezTo>
                    <a:pt x="527" y="51"/>
                    <a:pt x="529" y="51"/>
                    <a:pt x="529" y="51"/>
                  </a:cubicBezTo>
                  <a:cubicBezTo>
                    <a:pt x="529" y="51"/>
                    <a:pt x="530" y="50"/>
                    <a:pt x="530" y="49"/>
                  </a:cubicBezTo>
                  <a:cubicBezTo>
                    <a:pt x="531" y="49"/>
                    <a:pt x="531" y="47"/>
                    <a:pt x="531" y="45"/>
                  </a:cubicBezTo>
                  <a:cubicBezTo>
                    <a:pt x="531" y="32"/>
                    <a:pt x="531" y="32"/>
                    <a:pt x="531" y="32"/>
                  </a:cubicBezTo>
                  <a:cubicBezTo>
                    <a:pt x="531" y="28"/>
                    <a:pt x="531" y="26"/>
                    <a:pt x="530" y="25"/>
                  </a:cubicBezTo>
                  <a:cubicBezTo>
                    <a:pt x="530" y="24"/>
                    <a:pt x="530" y="23"/>
                    <a:pt x="529" y="23"/>
                  </a:cubicBezTo>
                  <a:cubicBezTo>
                    <a:pt x="529" y="23"/>
                    <a:pt x="529" y="23"/>
                    <a:pt x="528" y="23"/>
                  </a:cubicBezTo>
                  <a:cubicBezTo>
                    <a:pt x="527" y="23"/>
                    <a:pt x="526" y="23"/>
                    <a:pt x="525" y="23"/>
                  </a:cubicBezTo>
                  <a:cubicBezTo>
                    <a:pt x="525" y="22"/>
                    <a:pt x="525" y="22"/>
                    <a:pt x="525" y="22"/>
                  </a:cubicBezTo>
                  <a:cubicBezTo>
                    <a:pt x="535" y="18"/>
                    <a:pt x="535" y="18"/>
                    <a:pt x="535" y="18"/>
                  </a:cubicBezTo>
                  <a:cubicBezTo>
                    <a:pt x="537" y="18"/>
                    <a:pt x="537" y="18"/>
                    <a:pt x="537" y="18"/>
                  </a:cubicBezTo>
                  <a:close/>
                  <a:moveTo>
                    <a:pt x="555" y="31"/>
                  </a:moveTo>
                  <a:cubicBezTo>
                    <a:pt x="555" y="37"/>
                    <a:pt x="557" y="40"/>
                    <a:pt x="559" y="43"/>
                  </a:cubicBezTo>
                  <a:cubicBezTo>
                    <a:pt x="561" y="46"/>
                    <a:pt x="564" y="48"/>
                    <a:pt x="567" y="48"/>
                  </a:cubicBezTo>
                  <a:cubicBezTo>
                    <a:pt x="569" y="48"/>
                    <a:pt x="571" y="47"/>
                    <a:pt x="573" y="46"/>
                  </a:cubicBezTo>
                  <a:cubicBezTo>
                    <a:pt x="575" y="45"/>
                    <a:pt x="576" y="43"/>
                    <a:pt x="577" y="39"/>
                  </a:cubicBezTo>
                  <a:cubicBezTo>
                    <a:pt x="578" y="40"/>
                    <a:pt x="578" y="40"/>
                    <a:pt x="578" y="40"/>
                  </a:cubicBezTo>
                  <a:cubicBezTo>
                    <a:pt x="578" y="43"/>
                    <a:pt x="576" y="47"/>
                    <a:pt x="574" y="49"/>
                  </a:cubicBezTo>
                  <a:cubicBezTo>
                    <a:pt x="571" y="52"/>
                    <a:pt x="568" y="53"/>
                    <a:pt x="565" y="53"/>
                  </a:cubicBezTo>
                  <a:cubicBezTo>
                    <a:pt x="561" y="53"/>
                    <a:pt x="557" y="52"/>
                    <a:pt x="555" y="49"/>
                  </a:cubicBezTo>
                  <a:cubicBezTo>
                    <a:pt x="552" y="45"/>
                    <a:pt x="551" y="41"/>
                    <a:pt x="551" y="36"/>
                  </a:cubicBezTo>
                  <a:cubicBezTo>
                    <a:pt x="551" y="30"/>
                    <a:pt x="552" y="25"/>
                    <a:pt x="555" y="22"/>
                  </a:cubicBezTo>
                  <a:cubicBezTo>
                    <a:pt x="558" y="19"/>
                    <a:pt x="561" y="17"/>
                    <a:pt x="566" y="17"/>
                  </a:cubicBezTo>
                  <a:cubicBezTo>
                    <a:pt x="569" y="17"/>
                    <a:pt x="573" y="19"/>
                    <a:pt x="575" y="21"/>
                  </a:cubicBezTo>
                  <a:cubicBezTo>
                    <a:pt x="577" y="23"/>
                    <a:pt x="579" y="27"/>
                    <a:pt x="579" y="31"/>
                  </a:cubicBezTo>
                  <a:cubicBezTo>
                    <a:pt x="555" y="31"/>
                    <a:pt x="555" y="31"/>
                    <a:pt x="555" y="31"/>
                  </a:cubicBezTo>
                  <a:close/>
                  <a:moveTo>
                    <a:pt x="555" y="29"/>
                  </a:moveTo>
                  <a:cubicBezTo>
                    <a:pt x="571" y="29"/>
                    <a:pt x="571" y="29"/>
                    <a:pt x="571" y="29"/>
                  </a:cubicBezTo>
                  <a:cubicBezTo>
                    <a:pt x="571" y="27"/>
                    <a:pt x="570" y="26"/>
                    <a:pt x="570" y="25"/>
                  </a:cubicBezTo>
                  <a:cubicBezTo>
                    <a:pt x="569" y="24"/>
                    <a:pt x="568" y="23"/>
                    <a:pt x="567" y="22"/>
                  </a:cubicBezTo>
                  <a:cubicBezTo>
                    <a:pt x="566" y="21"/>
                    <a:pt x="565" y="21"/>
                    <a:pt x="563" y="21"/>
                  </a:cubicBezTo>
                  <a:cubicBezTo>
                    <a:pt x="561" y="21"/>
                    <a:pt x="560" y="21"/>
                    <a:pt x="558" y="23"/>
                  </a:cubicBezTo>
                  <a:cubicBezTo>
                    <a:pt x="557" y="24"/>
                    <a:pt x="555" y="27"/>
                    <a:pt x="555" y="29"/>
                  </a:cubicBezTo>
                  <a:close/>
                  <a:moveTo>
                    <a:pt x="595" y="25"/>
                  </a:moveTo>
                  <a:cubicBezTo>
                    <a:pt x="599" y="20"/>
                    <a:pt x="603" y="18"/>
                    <a:pt x="606" y="18"/>
                  </a:cubicBezTo>
                  <a:cubicBezTo>
                    <a:pt x="608" y="18"/>
                    <a:pt x="609" y="18"/>
                    <a:pt x="611" y="19"/>
                  </a:cubicBezTo>
                  <a:cubicBezTo>
                    <a:pt x="612" y="20"/>
                    <a:pt x="613" y="21"/>
                    <a:pt x="614" y="23"/>
                  </a:cubicBezTo>
                  <a:cubicBezTo>
                    <a:pt x="615" y="25"/>
                    <a:pt x="615" y="27"/>
                    <a:pt x="615" y="30"/>
                  </a:cubicBezTo>
                  <a:cubicBezTo>
                    <a:pt x="615" y="45"/>
                    <a:pt x="615" y="45"/>
                    <a:pt x="615" y="45"/>
                  </a:cubicBezTo>
                  <a:cubicBezTo>
                    <a:pt x="615" y="47"/>
                    <a:pt x="615" y="48"/>
                    <a:pt x="615" y="49"/>
                  </a:cubicBezTo>
                  <a:cubicBezTo>
                    <a:pt x="616" y="50"/>
                    <a:pt x="616" y="50"/>
                    <a:pt x="617" y="51"/>
                  </a:cubicBezTo>
                  <a:cubicBezTo>
                    <a:pt x="617" y="51"/>
                    <a:pt x="618" y="51"/>
                    <a:pt x="620" y="51"/>
                  </a:cubicBezTo>
                  <a:cubicBezTo>
                    <a:pt x="620" y="52"/>
                    <a:pt x="620" y="52"/>
                    <a:pt x="620" y="52"/>
                  </a:cubicBezTo>
                  <a:cubicBezTo>
                    <a:pt x="604" y="52"/>
                    <a:pt x="604" y="52"/>
                    <a:pt x="604" y="52"/>
                  </a:cubicBezTo>
                  <a:cubicBezTo>
                    <a:pt x="604" y="51"/>
                    <a:pt x="604" y="51"/>
                    <a:pt x="604" y="51"/>
                  </a:cubicBezTo>
                  <a:cubicBezTo>
                    <a:pt x="605" y="51"/>
                    <a:pt x="605" y="51"/>
                    <a:pt x="605" y="51"/>
                  </a:cubicBezTo>
                  <a:cubicBezTo>
                    <a:pt x="606" y="51"/>
                    <a:pt x="607" y="51"/>
                    <a:pt x="608" y="50"/>
                  </a:cubicBezTo>
                  <a:cubicBezTo>
                    <a:pt x="609" y="50"/>
                    <a:pt x="609" y="49"/>
                    <a:pt x="609" y="48"/>
                  </a:cubicBezTo>
                  <a:cubicBezTo>
                    <a:pt x="609" y="48"/>
                    <a:pt x="609" y="47"/>
                    <a:pt x="609" y="45"/>
                  </a:cubicBezTo>
                  <a:cubicBezTo>
                    <a:pt x="609" y="31"/>
                    <a:pt x="609" y="31"/>
                    <a:pt x="609" y="31"/>
                  </a:cubicBezTo>
                  <a:cubicBezTo>
                    <a:pt x="609" y="27"/>
                    <a:pt x="609" y="25"/>
                    <a:pt x="608" y="24"/>
                  </a:cubicBezTo>
                  <a:cubicBezTo>
                    <a:pt x="607" y="23"/>
                    <a:pt x="606" y="22"/>
                    <a:pt x="604" y="22"/>
                  </a:cubicBezTo>
                  <a:cubicBezTo>
                    <a:pt x="601" y="22"/>
                    <a:pt x="598" y="23"/>
                    <a:pt x="595" y="27"/>
                  </a:cubicBezTo>
                  <a:cubicBezTo>
                    <a:pt x="595" y="45"/>
                    <a:pt x="595" y="45"/>
                    <a:pt x="595" y="45"/>
                  </a:cubicBezTo>
                  <a:cubicBezTo>
                    <a:pt x="595" y="47"/>
                    <a:pt x="595" y="48"/>
                    <a:pt x="596" y="49"/>
                  </a:cubicBezTo>
                  <a:cubicBezTo>
                    <a:pt x="596" y="50"/>
                    <a:pt x="597" y="50"/>
                    <a:pt x="597" y="51"/>
                  </a:cubicBezTo>
                  <a:cubicBezTo>
                    <a:pt x="597" y="51"/>
                    <a:pt x="599" y="51"/>
                    <a:pt x="601" y="51"/>
                  </a:cubicBezTo>
                  <a:cubicBezTo>
                    <a:pt x="601" y="52"/>
                    <a:pt x="601" y="52"/>
                    <a:pt x="601" y="52"/>
                  </a:cubicBezTo>
                  <a:cubicBezTo>
                    <a:pt x="585" y="52"/>
                    <a:pt x="585" y="52"/>
                    <a:pt x="585" y="52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7" y="51"/>
                    <a:pt x="588" y="51"/>
                    <a:pt x="589" y="50"/>
                  </a:cubicBezTo>
                  <a:cubicBezTo>
                    <a:pt x="589" y="49"/>
                    <a:pt x="589" y="47"/>
                    <a:pt x="589" y="45"/>
                  </a:cubicBezTo>
                  <a:cubicBezTo>
                    <a:pt x="589" y="32"/>
                    <a:pt x="589" y="32"/>
                    <a:pt x="589" y="32"/>
                  </a:cubicBezTo>
                  <a:cubicBezTo>
                    <a:pt x="589" y="28"/>
                    <a:pt x="589" y="25"/>
                    <a:pt x="589" y="24"/>
                  </a:cubicBezTo>
                  <a:cubicBezTo>
                    <a:pt x="589" y="23"/>
                    <a:pt x="589" y="23"/>
                    <a:pt x="588" y="22"/>
                  </a:cubicBezTo>
                  <a:cubicBezTo>
                    <a:pt x="588" y="22"/>
                    <a:pt x="587" y="22"/>
                    <a:pt x="587" y="22"/>
                  </a:cubicBezTo>
                  <a:cubicBezTo>
                    <a:pt x="586" y="22"/>
                    <a:pt x="585" y="22"/>
                    <a:pt x="584" y="22"/>
                  </a:cubicBezTo>
                  <a:cubicBezTo>
                    <a:pt x="584" y="21"/>
                    <a:pt x="584" y="21"/>
                    <a:pt x="584" y="21"/>
                  </a:cubicBezTo>
                  <a:cubicBezTo>
                    <a:pt x="594" y="17"/>
                    <a:pt x="594" y="17"/>
                    <a:pt x="594" y="17"/>
                  </a:cubicBezTo>
                  <a:cubicBezTo>
                    <a:pt x="595" y="17"/>
                    <a:pt x="595" y="17"/>
                    <a:pt x="595" y="17"/>
                  </a:cubicBezTo>
                  <a:cubicBezTo>
                    <a:pt x="595" y="25"/>
                    <a:pt x="595" y="25"/>
                    <a:pt x="595" y="25"/>
                  </a:cubicBezTo>
                  <a:close/>
                  <a:moveTo>
                    <a:pt x="654" y="40"/>
                  </a:moveTo>
                  <a:cubicBezTo>
                    <a:pt x="653" y="44"/>
                    <a:pt x="651" y="48"/>
                    <a:pt x="649" y="50"/>
                  </a:cubicBezTo>
                  <a:cubicBezTo>
                    <a:pt x="646" y="53"/>
                    <a:pt x="643" y="54"/>
                    <a:pt x="640" y="54"/>
                  </a:cubicBezTo>
                  <a:cubicBezTo>
                    <a:pt x="637" y="54"/>
                    <a:pt x="633" y="52"/>
                    <a:pt x="631" y="49"/>
                  </a:cubicBezTo>
                  <a:cubicBezTo>
                    <a:pt x="628" y="46"/>
                    <a:pt x="627" y="41"/>
                    <a:pt x="627" y="36"/>
                  </a:cubicBezTo>
                  <a:cubicBezTo>
                    <a:pt x="627" y="31"/>
                    <a:pt x="628" y="26"/>
                    <a:pt x="631" y="23"/>
                  </a:cubicBezTo>
                  <a:cubicBezTo>
                    <a:pt x="634" y="19"/>
                    <a:pt x="638" y="17"/>
                    <a:pt x="642" y="17"/>
                  </a:cubicBezTo>
                  <a:cubicBezTo>
                    <a:pt x="645" y="17"/>
                    <a:pt x="648" y="18"/>
                    <a:pt x="650" y="20"/>
                  </a:cubicBezTo>
                  <a:cubicBezTo>
                    <a:pt x="652" y="22"/>
                    <a:pt x="653" y="24"/>
                    <a:pt x="653" y="26"/>
                  </a:cubicBezTo>
                  <a:cubicBezTo>
                    <a:pt x="653" y="27"/>
                    <a:pt x="653" y="27"/>
                    <a:pt x="653" y="28"/>
                  </a:cubicBezTo>
                  <a:cubicBezTo>
                    <a:pt x="652" y="29"/>
                    <a:pt x="651" y="29"/>
                    <a:pt x="650" y="29"/>
                  </a:cubicBezTo>
                  <a:cubicBezTo>
                    <a:pt x="649" y="29"/>
                    <a:pt x="648" y="29"/>
                    <a:pt x="647" y="27"/>
                  </a:cubicBezTo>
                  <a:cubicBezTo>
                    <a:pt x="647" y="27"/>
                    <a:pt x="646" y="26"/>
                    <a:pt x="646" y="25"/>
                  </a:cubicBezTo>
                  <a:cubicBezTo>
                    <a:pt x="646" y="23"/>
                    <a:pt x="645" y="22"/>
                    <a:pt x="645" y="21"/>
                  </a:cubicBezTo>
                  <a:cubicBezTo>
                    <a:pt x="644" y="21"/>
                    <a:pt x="643" y="20"/>
                    <a:pt x="641" y="20"/>
                  </a:cubicBezTo>
                  <a:cubicBezTo>
                    <a:pt x="639" y="20"/>
                    <a:pt x="637" y="21"/>
                    <a:pt x="635" y="23"/>
                  </a:cubicBezTo>
                  <a:cubicBezTo>
                    <a:pt x="633" y="25"/>
                    <a:pt x="633" y="29"/>
                    <a:pt x="633" y="33"/>
                  </a:cubicBezTo>
                  <a:cubicBezTo>
                    <a:pt x="633" y="37"/>
                    <a:pt x="633" y="40"/>
                    <a:pt x="635" y="43"/>
                  </a:cubicBezTo>
                  <a:cubicBezTo>
                    <a:pt x="637" y="47"/>
                    <a:pt x="640" y="48"/>
                    <a:pt x="643" y="48"/>
                  </a:cubicBezTo>
                  <a:cubicBezTo>
                    <a:pt x="645" y="48"/>
                    <a:pt x="647" y="47"/>
                    <a:pt x="649" y="46"/>
                  </a:cubicBezTo>
                  <a:cubicBezTo>
                    <a:pt x="651" y="45"/>
                    <a:pt x="652" y="43"/>
                    <a:pt x="654" y="40"/>
                  </a:cubicBezTo>
                  <a:cubicBezTo>
                    <a:pt x="654" y="40"/>
                    <a:pt x="654" y="40"/>
                    <a:pt x="654" y="40"/>
                  </a:cubicBezTo>
                  <a:close/>
                  <a:moveTo>
                    <a:pt x="668" y="31"/>
                  </a:moveTo>
                  <a:cubicBezTo>
                    <a:pt x="668" y="37"/>
                    <a:pt x="669" y="40"/>
                    <a:pt x="671" y="43"/>
                  </a:cubicBezTo>
                  <a:cubicBezTo>
                    <a:pt x="674" y="46"/>
                    <a:pt x="677" y="48"/>
                    <a:pt x="680" y="48"/>
                  </a:cubicBezTo>
                  <a:cubicBezTo>
                    <a:pt x="682" y="48"/>
                    <a:pt x="684" y="47"/>
                    <a:pt x="685" y="46"/>
                  </a:cubicBezTo>
                  <a:cubicBezTo>
                    <a:pt x="687" y="45"/>
                    <a:pt x="688" y="43"/>
                    <a:pt x="689" y="39"/>
                  </a:cubicBezTo>
                  <a:cubicBezTo>
                    <a:pt x="691" y="40"/>
                    <a:pt x="691" y="40"/>
                    <a:pt x="691" y="40"/>
                  </a:cubicBezTo>
                  <a:cubicBezTo>
                    <a:pt x="690" y="43"/>
                    <a:pt x="689" y="47"/>
                    <a:pt x="686" y="49"/>
                  </a:cubicBezTo>
                  <a:cubicBezTo>
                    <a:pt x="684" y="52"/>
                    <a:pt x="681" y="53"/>
                    <a:pt x="677" y="53"/>
                  </a:cubicBezTo>
                  <a:cubicBezTo>
                    <a:pt x="673" y="53"/>
                    <a:pt x="670" y="52"/>
                    <a:pt x="667" y="49"/>
                  </a:cubicBezTo>
                  <a:cubicBezTo>
                    <a:pt x="664" y="45"/>
                    <a:pt x="663" y="41"/>
                    <a:pt x="663" y="36"/>
                  </a:cubicBezTo>
                  <a:cubicBezTo>
                    <a:pt x="663" y="30"/>
                    <a:pt x="665" y="25"/>
                    <a:pt x="667" y="22"/>
                  </a:cubicBezTo>
                  <a:cubicBezTo>
                    <a:pt x="670" y="19"/>
                    <a:pt x="674" y="17"/>
                    <a:pt x="678" y="17"/>
                  </a:cubicBezTo>
                  <a:cubicBezTo>
                    <a:pt x="682" y="17"/>
                    <a:pt x="685" y="19"/>
                    <a:pt x="687" y="21"/>
                  </a:cubicBezTo>
                  <a:cubicBezTo>
                    <a:pt x="690" y="23"/>
                    <a:pt x="691" y="27"/>
                    <a:pt x="691" y="31"/>
                  </a:cubicBezTo>
                  <a:cubicBezTo>
                    <a:pt x="668" y="31"/>
                    <a:pt x="668" y="31"/>
                    <a:pt x="668" y="31"/>
                  </a:cubicBezTo>
                  <a:close/>
                  <a:moveTo>
                    <a:pt x="668" y="29"/>
                  </a:moveTo>
                  <a:cubicBezTo>
                    <a:pt x="683" y="29"/>
                    <a:pt x="683" y="29"/>
                    <a:pt x="683" y="29"/>
                  </a:cubicBezTo>
                  <a:cubicBezTo>
                    <a:pt x="683" y="27"/>
                    <a:pt x="683" y="26"/>
                    <a:pt x="682" y="25"/>
                  </a:cubicBezTo>
                  <a:cubicBezTo>
                    <a:pt x="682" y="24"/>
                    <a:pt x="681" y="23"/>
                    <a:pt x="679" y="22"/>
                  </a:cubicBezTo>
                  <a:cubicBezTo>
                    <a:pt x="678" y="21"/>
                    <a:pt x="677" y="21"/>
                    <a:pt x="676" y="21"/>
                  </a:cubicBezTo>
                  <a:cubicBezTo>
                    <a:pt x="674" y="21"/>
                    <a:pt x="672" y="21"/>
                    <a:pt x="671" y="23"/>
                  </a:cubicBezTo>
                  <a:cubicBezTo>
                    <a:pt x="669" y="24"/>
                    <a:pt x="668" y="27"/>
                    <a:pt x="668" y="29"/>
                  </a:cubicBezTo>
                  <a:close/>
                  <a:moveTo>
                    <a:pt x="731" y="48"/>
                  </a:moveTo>
                  <a:cubicBezTo>
                    <a:pt x="728" y="51"/>
                    <a:pt x="726" y="52"/>
                    <a:pt x="725" y="53"/>
                  </a:cubicBezTo>
                  <a:cubicBezTo>
                    <a:pt x="724" y="53"/>
                    <a:pt x="722" y="53"/>
                    <a:pt x="721" y="53"/>
                  </a:cubicBezTo>
                  <a:cubicBezTo>
                    <a:pt x="719" y="53"/>
                    <a:pt x="717" y="53"/>
                    <a:pt x="715" y="51"/>
                  </a:cubicBezTo>
                  <a:cubicBezTo>
                    <a:pt x="714" y="49"/>
                    <a:pt x="713" y="47"/>
                    <a:pt x="713" y="45"/>
                  </a:cubicBezTo>
                  <a:cubicBezTo>
                    <a:pt x="713" y="43"/>
                    <a:pt x="714" y="41"/>
                    <a:pt x="715" y="40"/>
                  </a:cubicBezTo>
                  <a:cubicBezTo>
                    <a:pt x="715" y="39"/>
                    <a:pt x="717" y="37"/>
                    <a:pt x="720" y="35"/>
                  </a:cubicBezTo>
                  <a:cubicBezTo>
                    <a:pt x="722" y="34"/>
                    <a:pt x="726" y="32"/>
                    <a:pt x="732" y="30"/>
                  </a:cubicBezTo>
                  <a:cubicBezTo>
                    <a:pt x="732" y="29"/>
                    <a:pt x="732" y="29"/>
                    <a:pt x="732" y="29"/>
                  </a:cubicBezTo>
                  <a:cubicBezTo>
                    <a:pt x="732" y="25"/>
                    <a:pt x="731" y="23"/>
                    <a:pt x="730" y="22"/>
                  </a:cubicBezTo>
                  <a:cubicBezTo>
                    <a:pt x="729" y="21"/>
                    <a:pt x="728" y="20"/>
                    <a:pt x="726" y="20"/>
                  </a:cubicBezTo>
                  <a:cubicBezTo>
                    <a:pt x="724" y="20"/>
                    <a:pt x="723" y="20"/>
                    <a:pt x="722" y="21"/>
                  </a:cubicBezTo>
                  <a:cubicBezTo>
                    <a:pt x="721" y="22"/>
                    <a:pt x="721" y="23"/>
                    <a:pt x="721" y="24"/>
                  </a:cubicBezTo>
                  <a:cubicBezTo>
                    <a:pt x="721" y="26"/>
                    <a:pt x="721" y="26"/>
                    <a:pt x="721" y="26"/>
                  </a:cubicBezTo>
                  <a:cubicBezTo>
                    <a:pt x="721" y="27"/>
                    <a:pt x="721" y="28"/>
                    <a:pt x="720" y="29"/>
                  </a:cubicBezTo>
                  <a:cubicBezTo>
                    <a:pt x="720" y="29"/>
                    <a:pt x="719" y="29"/>
                    <a:pt x="718" y="29"/>
                  </a:cubicBezTo>
                  <a:cubicBezTo>
                    <a:pt x="717" y="29"/>
                    <a:pt x="717" y="29"/>
                    <a:pt x="716" y="29"/>
                  </a:cubicBezTo>
                  <a:cubicBezTo>
                    <a:pt x="716" y="28"/>
                    <a:pt x="715" y="27"/>
                    <a:pt x="715" y="26"/>
                  </a:cubicBezTo>
                  <a:cubicBezTo>
                    <a:pt x="715" y="24"/>
                    <a:pt x="717" y="22"/>
                    <a:pt x="719" y="20"/>
                  </a:cubicBezTo>
                  <a:cubicBezTo>
                    <a:pt x="721" y="18"/>
                    <a:pt x="724" y="17"/>
                    <a:pt x="727" y="17"/>
                  </a:cubicBezTo>
                  <a:cubicBezTo>
                    <a:pt x="730" y="17"/>
                    <a:pt x="733" y="17"/>
                    <a:pt x="735" y="19"/>
                  </a:cubicBezTo>
                  <a:cubicBezTo>
                    <a:pt x="736" y="19"/>
                    <a:pt x="737" y="21"/>
                    <a:pt x="738" y="22"/>
                  </a:cubicBezTo>
                  <a:cubicBezTo>
                    <a:pt x="738" y="23"/>
                    <a:pt x="739" y="25"/>
                    <a:pt x="739" y="29"/>
                  </a:cubicBezTo>
                  <a:cubicBezTo>
                    <a:pt x="739" y="40"/>
                    <a:pt x="739" y="40"/>
                    <a:pt x="739" y="40"/>
                  </a:cubicBezTo>
                  <a:cubicBezTo>
                    <a:pt x="739" y="43"/>
                    <a:pt x="739" y="45"/>
                    <a:pt x="739" y="46"/>
                  </a:cubicBezTo>
                  <a:cubicBezTo>
                    <a:pt x="739" y="47"/>
                    <a:pt x="739" y="47"/>
                    <a:pt x="739" y="48"/>
                  </a:cubicBezTo>
                  <a:cubicBezTo>
                    <a:pt x="739" y="48"/>
                    <a:pt x="739" y="48"/>
                    <a:pt x="740" y="48"/>
                  </a:cubicBezTo>
                  <a:cubicBezTo>
                    <a:pt x="740" y="48"/>
                    <a:pt x="741" y="48"/>
                    <a:pt x="741" y="48"/>
                  </a:cubicBezTo>
                  <a:cubicBezTo>
                    <a:pt x="741" y="47"/>
                    <a:pt x="743" y="47"/>
                    <a:pt x="744" y="45"/>
                  </a:cubicBezTo>
                  <a:cubicBezTo>
                    <a:pt x="744" y="47"/>
                    <a:pt x="744" y="47"/>
                    <a:pt x="744" y="47"/>
                  </a:cubicBezTo>
                  <a:cubicBezTo>
                    <a:pt x="741" y="51"/>
                    <a:pt x="739" y="53"/>
                    <a:pt x="736" y="53"/>
                  </a:cubicBezTo>
                  <a:cubicBezTo>
                    <a:pt x="735" y="53"/>
                    <a:pt x="734" y="52"/>
                    <a:pt x="733" y="51"/>
                  </a:cubicBezTo>
                  <a:cubicBezTo>
                    <a:pt x="732" y="51"/>
                    <a:pt x="731" y="50"/>
                    <a:pt x="731" y="48"/>
                  </a:cubicBezTo>
                  <a:close/>
                  <a:moveTo>
                    <a:pt x="731" y="45"/>
                  </a:moveTo>
                  <a:cubicBezTo>
                    <a:pt x="731" y="33"/>
                    <a:pt x="731" y="33"/>
                    <a:pt x="731" y="33"/>
                  </a:cubicBezTo>
                  <a:cubicBezTo>
                    <a:pt x="728" y="34"/>
                    <a:pt x="725" y="35"/>
                    <a:pt x="725" y="36"/>
                  </a:cubicBezTo>
                  <a:cubicBezTo>
                    <a:pt x="723" y="37"/>
                    <a:pt x="721" y="38"/>
                    <a:pt x="721" y="39"/>
                  </a:cubicBezTo>
                  <a:cubicBezTo>
                    <a:pt x="720" y="41"/>
                    <a:pt x="719" y="42"/>
                    <a:pt x="719" y="43"/>
                  </a:cubicBezTo>
                  <a:cubicBezTo>
                    <a:pt x="719" y="45"/>
                    <a:pt x="720" y="47"/>
                    <a:pt x="721" y="48"/>
                  </a:cubicBezTo>
                  <a:cubicBezTo>
                    <a:pt x="722" y="49"/>
                    <a:pt x="723" y="49"/>
                    <a:pt x="725" y="49"/>
                  </a:cubicBezTo>
                  <a:cubicBezTo>
                    <a:pt x="726" y="49"/>
                    <a:pt x="729" y="48"/>
                    <a:pt x="731" y="45"/>
                  </a:cubicBezTo>
                  <a:close/>
                  <a:moveTo>
                    <a:pt x="759" y="25"/>
                  </a:moveTo>
                  <a:cubicBezTo>
                    <a:pt x="763" y="20"/>
                    <a:pt x="766" y="18"/>
                    <a:pt x="769" y="18"/>
                  </a:cubicBezTo>
                  <a:cubicBezTo>
                    <a:pt x="771" y="18"/>
                    <a:pt x="773" y="18"/>
                    <a:pt x="774" y="19"/>
                  </a:cubicBezTo>
                  <a:cubicBezTo>
                    <a:pt x="775" y="20"/>
                    <a:pt x="777" y="21"/>
                    <a:pt x="777" y="23"/>
                  </a:cubicBezTo>
                  <a:cubicBezTo>
                    <a:pt x="778" y="25"/>
                    <a:pt x="778" y="27"/>
                    <a:pt x="778" y="30"/>
                  </a:cubicBezTo>
                  <a:cubicBezTo>
                    <a:pt x="778" y="45"/>
                    <a:pt x="778" y="45"/>
                    <a:pt x="778" y="45"/>
                  </a:cubicBezTo>
                  <a:cubicBezTo>
                    <a:pt x="778" y="47"/>
                    <a:pt x="778" y="48"/>
                    <a:pt x="779" y="49"/>
                  </a:cubicBezTo>
                  <a:cubicBezTo>
                    <a:pt x="779" y="50"/>
                    <a:pt x="779" y="50"/>
                    <a:pt x="780" y="51"/>
                  </a:cubicBezTo>
                  <a:cubicBezTo>
                    <a:pt x="780" y="51"/>
                    <a:pt x="781" y="51"/>
                    <a:pt x="783" y="51"/>
                  </a:cubicBezTo>
                  <a:cubicBezTo>
                    <a:pt x="783" y="52"/>
                    <a:pt x="783" y="52"/>
                    <a:pt x="783" y="52"/>
                  </a:cubicBezTo>
                  <a:cubicBezTo>
                    <a:pt x="767" y="52"/>
                    <a:pt x="767" y="52"/>
                    <a:pt x="767" y="52"/>
                  </a:cubicBezTo>
                  <a:cubicBezTo>
                    <a:pt x="767" y="51"/>
                    <a:pt x="767" y="51"/>
                    <a:pt x="767" y="51"/>
                  </a:cubicBezTo>
                  <a:cubicBezTo>
                    <a:pt x="768" y="51"/>
                    <a:pt x="768" y="51"/>
                    <a:pt x="768" y="51"/>
                  </a:cubicBezTo>
                  <a:cubicBezTo>
                    <a:pt x="769" y="51"/>
                    <a:pt x="770" y="51"/>
                    <a:pt x="771" y="50"/>
                  </a:cubicBezTo>
                  <a:cubicBezTo>
                    <a:pt x="772" y="50"/>
                    <a:pt x="772" y="49"/>
                    <a:pt x="772" y="48"/>
                  </a:cubicBezTo>
                  <a:cubicBezTo>
                    <a:pt x="772" y="48"/>
                    <a:pt x="772" y="47"/>
                    <a:pt x="772" y="45"/>
                  </a:cubicBezTo>
                  <a:cubicBezTo>
                    <a:pt x="772" y="31"/>
                    <a:pt x="772" y="31"/>
                    <a:pt x="772" y="31"/>
                  </a:cubicBezTo>
                  <a:cubicBezTo>
                    <a:pt x="772" y="27"/>
                    <a:pt x="772" y="25"/>
                    <a:pt x="771" y="24"/>
                  </a:cubicBezTo>
                  <a:cubicBezTo>
                    <a:pt x="770" y="23"/>
                    <a:pt x="769" y="22"/>
                    <a:pt x="767" y="22"/>
                  </a:cubicBezTo>
                  <a:cubicBezTo>
                    <a:pt x="764" y="22"/>
                    <a:pt x="761" y="23"/>
                    <a:pt x="759" y="27"/>
                  </a:cubicBezTo>
                  <a:cubicBezTo>
                    <a:pt x="759" y="45"/>
                    <a:pt x="759" y="45"/>
                    <a:pt x="759" y="45"/>
                  </a:cubicBezTo>
                  <a:cubicBezTo>
                    <a:pt x="759" y="47"/>
                    <a:pt x="759" y="48"/>
                    <a:pt x="759" y="49"/>
                  </a:cubicBezTo>
                  <a:cubicBezTo>
                    <a:pt x="759" y="50"/>
                    <a:pt x="760" y="50"/>
                    <a:pt x="760" y="51"/>
                  </a:cubicBezTo>
                  <a:cubicBezTo>
                    <a:pt x="761" y="51"/>
                    <a:pt x="762" y="51"/>
                    <a:pt x="764" y="51"/>
                  </a:cubicBezTo>
                  <a:cubicBezTo>
                    <a:pt x="764" y="52"/>
                    <a:pt x="764" y="52"/>
                    <a:pt x="764" y="52"/>
                  </a:cubicBezTo>
                  <a:cubicBezTo>
                    <a:pt x="748" y="52"/>
                    <a:pt x="748" y="52"/>
                    <a:pt x="748" y="52"/>
                  </a:cubicBezTo>
                  <a:cubicBezTo>
                    <a:pt x="748" y="51"/>
                    <a:pt x="748" y="51"/>
                    <a:pt x="748" y="51"/>
                  </a:cubicBezTo>
                  <a:cubicBezTo>
                    <a:pt x="749" y="51"/>
                    <a:pt x="749" y="51"/>
                    <a:pt x="749" y="51"/>
                  </a:cubicBezTo>
                  <a:cubicBezTo>
                    <a:pt x="750" y="51"/>
                    <a:pt x="751" y="51"/>
                    <a:pt x="752" y="50"/>
                  </a:cubicBezTo>
                  <a:cubicBezTo>
                    <a:pt x="752" y="49"/>
                    <a:pt x="753" y="47"/>
                    <a:pt x="753" y="45"/>
                  </a:cubicBezTo>
                  <a:cubicBezTo>
                    <a:pt x="753" y="32"/>
                    <a:pt x="753" y="32"/>
                    <a:pt x="753" y="32"/>
                  </a:cubicBezTo>
                  <a:cubicBezTo>
                    <a:pt x="753" y="28"/>
                    <a:pt x="753" y="25"/>
                    <a:pt x="752" y="24"/>
                  </a:cubicBezTo>
                  <a:cubicBezTo>
                    <a:pt x="752" y="23"/>
                    <a:pt x="752" y="23"/>
                    <a:pt x="751" y="22"/>
                  </a:cubicBezTo>
                  <a:cubicBezTo>
                    <a:pt x="751" y="22"/>
                    <a:pt x="751" y="22"/>
                    <a:pt x="750" y="22"/>
                  </a:cubicBezTo>
                  <a:cubicBezTo>
                    <a:pt x="749" y="22"/>
                    <a:pt x="748" y="22"/>
                    <a:pt x="747" y="22"/>
                  </a:cubicBezTo>
                  <a:cubicBezTo>
                    <a:pt x="747" y="21"/>
                    <a:pt x="747" y="21"/>
                    <a:pt x="747" y="21"/>
                  </a:cubicBezTo>
                  <a:cubicBezTo>
                    <a:pt x="757" y="17"/>
                    <a:pt x="757" y="17"/>
                    <a:pt x="757" y="17"/>
                  </a:cubicBezTo>
                  <a:cubicBezTo>
                    <a:pt x="759" y="17"/>
                    <a:pt x="759" y="17"/>
                    <a:pt x="759" y="17"/>
                  </a:cubicBezTo>
                  <a:cubicBezTo>
                    <a:pt x="759" y="25"/>
                    <a:pt x="759" y="25"/>
                    <a:pt x="759" y="25"/>
                  </a:cubicBezTo>
                  <a:close/>
                  <a:moveTo>
                    <a:pt x="812" y="49"/>
                  </a:moveTo>
                  <a:cubicBezTo>
                    <a:pt x="811" y="51"/>
                    <a:pt x="809" y="52"/>
                    <a:pt x="807" y="53"/>
                  </a:cubicBezTo>
                  <a:cubicBezTo>
                    <a:pt x="806" y="53"/>
                    <a:pt x="804" y="54"/>
                    <a:pt x="803" y="54"/>
                  </a:cubicBezTo>
                  <a:cubicBezTo>
                    <a:pt x="799" y="54"/>
                    <a:pt x="796" y="52"/>
                    <a:pt x="793" y="49"/>
                  </a:cubicBezTo>
                  <a:cubicBezTo>
                    <a:pt x="791" y="46"/>
                    <a:pt x="789" y="42"/>
                    <a:pt x="789" y="37"/>
                  </a:cubicBezTo>
                  <a:cubicBezTo>
                    <a:pt x="789" y="32"/>
                    <a:pt x="791" y="28"/>
                    <a:pt x="794" y="24"/>
                  </a:cubicBezTo>
                  <a:cubicBezTo>
                    <a:pt x="797" y="20"/>
                    <a:pt x="801" y="18"/>
                    <a:pt x="805" y="18"/>
                  </a:cubicBezTo>
                  <a:cubicBezTo>
                    <a:pt x="808" y="18"/>
                    <a:pt x="810" y="19"/>
                    <a:pt x="812" y="21"/>
                  </a:cubicBezTo>
                  <a:cubicBezTo>
                    <a:pt x="812" y="14"/>
                    <a:pt x="812" y="14"/>
                    <a:pt x="812" y="14"/>
                  </a:cubicBezTo>
                  <a:cubicBezTo>
                    <a:pt x="812" y="10"/>
                    <a:pt x="812" y="8"/>
                    <a:pt x="812" y="7"/>
                  </a:cubicBezTo>
                  <a:cubicBezTo>
                    <a:pt x="812" y="6"/>
                    <a:pt x="811" y="5"/>
                    <a:pt x="811" y="5"/>
                  </a:cubicBezTo>
                  <a:cubicBezTo>
                    <a:pt x="811" y="5"/>
                    <a:pt x="810" y="5"/>
                    <a:pt x="809" y="5"/>
                  </a:cubicBezTo>
                  <a:cubicBezTo>
                    <a:pt x="809" y="5"/>
                    <a:pt x="808" y="5"/>
                    <a:pt x="807" y="5"/>
                  </a:cubicBezTo>
                  <a:cubicBezTo>
                    <a:pt x="807" y="4"/>
                    <a:pt x="807" y="4"/>
                    <a:pt x="807" y="4"/>
                  </a:cubicBezTo>
                  <a:cubicBezTo>
                    <a:pt x="816" y="0"/>
                    <a:pt x="816" y="0"/>
                    <a:pt x="816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39"/>
                    <a:pt x="818" y="39"/>
                    <a:pt x="818" y="39"/>
                  </a:cubicBezTo>
                  <a:cubicBezTo>
                    <a:pt x="818" y="43"/>
                    <a:pt x="818" y="45"/>
                    <a:pt x="818" y="46"/>
                  </a:cubicBezTo>
                  <a:cubicBezTo>
                    <a:pt x="818" y="47"/>
                    <a:pt x="819" y="48"/>
                    <a:pt x="819" y="48"/>
                  </a:cubicBezTo>
                  <a:cubicBezTo>
                    <a:pt x="819" y="49"/>
                    <a:pt x="820" y="49"/>
                    <a:pt x="820" y="49"/>
                  </a:cubicBezTo>
                  <a:cubicBezTo>
                    <a:pt x="821" y="49"/>
                    <a:pt x="822" y="48"/>
                    <a:pt x="823" y="48"/>
                  </a:cubicBezTo>
                  <a:cubicBezTo>
                    <a:pt x="823" y="49"/>
                    <a:pt x="823" y="49"/>
                    <a:pt x="823" y="49"/>
                  </a:cubicBezTo>
                  <a:cubicBezTo>
                    <a:pt x="813" y="53"/>
                    <a:pt x="813" y="53"/>
                    <a:pt x="813" y="53"/>
                  </a:cubicBezTo>
                  <a:cubicBezTo>
                    <a:pt x="812" y="53"/>
                    <a:pt x="812" y="53"/>
                    <a:pt x="812" y="53"/>
                  </a:cubicBezTo>
                  <a:cubicBezTo>
                    <a:pt x="812" y="49"/>
                    <a:pt x="812" y="49"/>
                    <a:pt x="812" y="49"/>
                  </a:cubicBezTo>
                  <a:close/>
                  <a:moveTo>
                    <a:pt x="812" y="46"/>
                  </a:moveTo>
                  <a:cubicBezTo>
                    <a:pt x="812" y="29"/>
                    <a:pt x="812" y="29"/>
                    <a:pt x="812" y="29"/>
                  </a:cubicBezTo>
                  <a:cubicBezTo>
                    <a:pt x="812" y="27"/>
                    <a:pt x="812" y="25"/>
                    <a:pt x="811" y="24"/>
                  </a:cubicBezTo>
                  <a:cubicBezTo>
                    <a:pt x="810" y="23"/>
                    <a:pt x="809" y="22"/>
                    <a:pt x="808" y="21"/>
                  </a:cubicBezTo>
                  <a:cubicBezTo>
                    <a:pt x="807" y="20"/>
                    <a:pt x="806" y="20"/>
                    <a:pt x="805" y="20"/>
                  </a:cubicBezTo>
                  <a:cubicBezTo>
                    <a:pt x="803" y="20"/>
                    <a:pt x="801" y="21"/>
                    <a:pt x="799" y="23"/>
                  </a:cubicBezTo>
                  <a:cubicBezTo>
                    <a:pt x="797" y="25"/>
                    <a:pt x="796" y="29"/>
                    <a:pt x="796" y="34"/>
                  </a:cubicBezTo>
                  <a:cubicBezTo>
                    <a:pt x="796" y="39"/>
                    <a:pt x="797" y="43"/>
                    <a:pt x="799" y="45"/>
                  </a:cubicBezTo>
                  <a:cubicBezTo>
                    <a:pt x="801" y="48"/>
                    <a:pt x="803" y="49"/>
                    <a:pt x="806" y="49"/>
                  </a:cubicBezTo>
                  <a:cubicBezTo>
                    <a:pt x="808" y="50"/>
                    <a:pt x="810" y="49"/>
                    <a:pt x="812" y="46"/>
                  </a:cubicBezTo>
                  <a:close/>
                  <a:moveTo>
                    <a:pt x="883" y="3"/>
                  </a:moveTo>
                  <a:cubicBezTo>
                    <a:pt x="883" y="14"/>
                    <a:pt x="883" y="14"/>
                    <a:pt x="883" y="14"/>
                  </a:cubicBezTo>
                  <a:cubicBezTo>
                    <a:pt x="882" y="14"/>
                    <a:pt x="882" y="14"/>
                    <a:pt x="882" y="14"/>
                  </a:cubicBezTo>
                  <a:cubicBezTo>
                    <a:pt x="882" y="12"/>
                    <a:pt x="881" y="11"/>
                    <a:pt x="881" y="10"/>
                  </a:cubicBezTo>
                  <a:cubicBezTo>
                    <a:pt x="880" y="8"/>
                    <a:pt x="879" y="7"/>
                    <a:pt x="878" y="7"/>
                  </a:cubicBezTo>
                  <a:cubicBezTo>
                    <a:pt x="877" y="6"/>
                    <a:pt x="875" y="5"/>
                    <a:pt x="873" y="5"/>
                  </a:cubicBezTo>
                  <a:cubicBezTo>
                    <a:pt x="867" y="5"/>
                    <a:pt x="867" y="5"/>
                    <a:pt x="867" y="5"/>
                  </a:cubicBezTo>
                  <a:cubicBezTo>
                    <a:pt x="867" y="44"/>
                    <a:pt x="867" y="44"/>
                    <a:pt x="867" y="44"/>
                  </a:cubicBezTo>
                  <a:cubicBezTo>
                    <a:pt x="867" y="47"/>
                    <a:pt x="867" y="49"/>
                    <a:pt x="867" y="49"/>
                  </a:cubicBezTo>
                  <a:cubicBezTo>
                    <a:pt x="868" y="51"/>
                    <a:pt x="870" y="51"/>
                    <a:pt x="871" y="51"/>
                  </a:cubicBezTo>
                  <a:cubicBezTo>
                    <a:pt x="873" y="51"/>
                    <a:pt x="873" y="51"/>
                    <a:pt x="873" y="51"/>
                  </a:cubicBezTo>
                  <a:cubicBezTo>
                    <a:pt x="873" y="52"/>
                    <a:pt x="873" y="52"/>
                    <a:pt x="873" y="52"/>
                  </a:cubicBezTo>
                  <a:cubicBezTo>
                    <a:pt x="853" y="52"/>
                    <a:pt x="853" y="52"/>
                    <a:pt x="853" y="52"/>
                  </a:cubicBezTo>
                  <a:cubicBezTo>
                    <a:pt x="853" y="51"/>
                    <a:pt x="853" y="51"/>
                    <a:pt x="853" y="51"/>
                  </a:cubicBezTo>
                  <a:cubicBezTo>
                    <a:pt x="854" y="51"/>
                    <a:pt x="854" y="51"/>
                    <a:pt x="854" y="51"/>
                  </a:cubicBezTo>
                  <a:cubicBezTo>
                    <a:pt x="856" y="51"/>
                    <a:pt x="858" y="50"/>
                    <a:pt x="859" y="49"/>
                  </a:cubicBezTo>
                  <a:cubicBezTo>
                    <a:pt x="859" y="48"/>
                    <a:pt x="859" y="47"/>
                    <a:pt x="859" y="43"/>
                  </a:cubicBezTo>
                  <a:cubicBezTo>
                    <a:pt x="859" y="5"/>
                    <a:pt x="859" y="5"/>
                    <a:pt x="859" y="5"/>
                  </a:cubicBezTo>
                  <a:cubicBezTo>
                    <a:pt x="853" y="5"/>
                    <a:pt x="853" y="5"/>
                    <a:pt x="853" y="5"/>
                  </a:cubicBezTo>
                  <a:cubicBezTo>
                    <a:pt x="851" y="5"/>
                    <a:pt x="849" y="5"/>
                    <a:pt x="849" y="6"/>
                  </a:cubicBezTo>
                  <a:cubicBezTo>
                    <a:pt x="847" y="6"/>
                    <a:pt x="846" y="7"/>
                    <a:pt x="845" y="9"/>
                  </a:cubicBezTo>
                  <a:cubicBezTo>
                    <a:pt x="845" y="10"/>
                    <a:pt x="844" y="12"/>
                    <a:pt x="844" y="14"/>
                  </a:cubicBezTo>
                  <a:cubicBezTo>
                    <a:pt x="843" y="14"/>
                    <a:pt x="843" y="14"/>
                    <a:pt x="843" y="14"/>
                  </a:cubicBezTo>
                  <a:cubicBezTo>
                    <a:pt x="843" y="3"/>
                    <a:pt x="843" y="3"/>
                    <a:pt x="843" y="3"/>
                  </a:cubicBezTo>
                  <a:cubicBezTo>
                    <a:pt x="883" y="3"/>
                    <a:pt x="883" y="3"/>
                    <a:pt x="883" y="3"/>
                  </a:cubicBezTo>
                  <a:close/>
                  <a:moveTo>
                    <a:pt x="891" y="31"/>
                  </a:moveTo>
                  <a:cubicBezTo>
                    <a:pt x="891" y="37"/>
                    <a:pt x="893" y="40"/>
                    <a:pt x="895" y="43"/>
                  </a:cubicBezTo>
                  <a:cubicBezTo>
                    <a:pt x="897" y="46"/>
                    <a:pt x="900" y="48"/>
                    <a:pt x="903" y="48"/>
                  </a:cubicBezTo>
                  <a:cubicBezTo>
                    <a:pt x="905" y="48"/>
                    <a:pt x="907" y="47"/>
                    <a:pt x="909" y="46"/>
                  </a:cubicBezTo>
                  <a:cubicBezTo>
                    <a:pt x="911" y="45"/>
                    <a:pt x="912" y="43"/>
                    <a:pt x="913" y="39"/>
                  </a:cubicBezTo>
                  <a:cubicBezTo>
                    <a:pt x="914" y="40"/>
                    <a:pt x="914" y="40"/>
                    <a:pt x="914" y="40"/>
                  </a:cubicBezTo>
                  <a:cubicBezTo>
                    <a:pt x="914" y="43"/>
                    <a:pt x="912" y="47"/>
                    <a:pt x="910" y="49"/>
                  </a:cubicBezTo>
                  <a:cubicBezTo>
                    <a:pt x="907" y="52"/>
                    <a:pt x="904" y="53"/>
                    <a:pt x="901" y="53"/>
                  </a:cubicBezTo>
                  <a:cubicBezTo>
                    <a:pt x="897" y="53"/>
                    <a:pt x="893" y="52"/>
                    <a:pt x="891" y="49"/>
                  </a:cubicBezTo>
                  <a:cubicBezTo>
                    <a:pt x="888" y="45"/>
                    <a:pt x="887" y="41"/>
                    <a:pt x="887" y="36"/>
                  </a:cubicBezTo>
                  <a:cubicBezTo>
                    <a:pt x="887" y="30"/>
                    <a:pt x="888" y="25"/>
                    <a:pt x="891" y="22"/>
                  </a:cubicBezTo>
                  <a:cubicBezTo>
                    <a:pt x="894" y="19"/>
                    <a:pt x="897" y="17"/>
                    <a:pt x="902" y="17"/>
                  </a:cubicBezTo>
                  <a:cubicBezTo>
                    <a:pt x="905" y="17"/>
                    <a:pt x="909" y="19"/>
                    <a:pt x="911" y="21"/>
                  </a:cubicBezTo>
                  <a:cubicBezTo>
                    <a:pt x="913" y="23"/>
                    <a:pt x="915" y="27"/>
                    <a:pt x="915" y="31"/>
                  </a:cubicBezTo>
                  <a:cubicBezTo>
                    <a:pt x="891" y="31"/>
                    <a:pt x="891" y="31"/>
                    <a:pt x="891" y="31"/>
                  </a:cubicBezTo>
                  <a:close/>
                  <a:moveTo>
                    <a:pt x="891" y="29"/>
                  </a:moveTo>
                  <a:cubicBezTo>
                    <a:pt x="907" y="29"/>
                    <a:pt x="907" y="29"/>
                    <a:pt x="907" y="29"/>
                  </a:cubicBezTo>
                  <a:cubicBezTo>
                    <a:pt x="907" y="27"/>
                    <a:pt x="906" y="26"/>
                    <a:pt x="906" y="25"/>
                  </a:cubicBezTo>
                  <a:cubicBezTo>
                    <a:pt x="905" y="24"/>
                    <a:pt x="904" y="23"/>
                    <a:pt x="903" y="22"/>
                  </a:cubicBezTo>
                  <a:cubicBezTo>
                    <a:pt x="902" y="21"/>
                    <a:pt x="901" y="21"/>
                    <a:pt x="899" y="21"/>
                  </a:cubicBezTo>
                  <a:cubicBezTo>
                    <a:pt x="897" y="21"/>
                    <a:pt x="896" y="21"/>
                    <a:pt x="894" y="23"/>
                  </a:cubicBezTo>
                  <a:cubicBezTo>
                    <a:pt x="893" y="24"/>
                    <a:pt x="892" y="27"/>
                    <a:pt x="89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33" name="Freeform 35"/>
            <p:cNvSpPr>
              <a:spLocks noEditPoints="1"/>
            </p:cNvSpPr>
            <p:nvPr userDrawn="1"/>
          </p:nvSpPr>
          <p:spPr bwMode="auto">
            <a:xfrm>
              <a:off x="10679175" y="4943779"/>
              <a:ext cx="873125" cy="103188"/>
            </a:xfrm>
            <a:custGeom>
              <a:avLst/>
              <a:gdLst>
                <a:gd name="T0" fmla="*/ 23 w 586"/>
                <a:gd name="T1" fmla="*/ 21 h 69"/>
                <a:gd name="T2" fmla="*/ 8 w 586"/>
                <a:gd name="T3" fmla="*/ 24 h 69"/>
                <a:gd name="T4" fmla="*/ 45 w 586"/>
                <a:gd name="T5" fmla="*/ 26 h 69"/>
                <a:gd name="T6" fmla="*/ 66 w 586"/>
                <a:gd name="T7" fmla="*/ 52 h 69"/>
                <a:gd name="T8" fmla="*/ 58 w 586"/>
                <a:gd name="T9" fmla="*/ 46 h 69"/>
                <a:gd name="T10" fmla="*/ 46 w 586"/>
                <a:gd name="T11" fmla="*/ 50 h 69"/>
                <a:gd name="T12" fmla="*/ 40 w 586"/>
                <a:gd name="T13" fmla="*/ 46 h 69"/>
                <a:gd name="T14" fmla="*/ 45 w 586"/>
                <a:gd name="T15" fmla="*/ 1 h 69"/>
                <a:gd name="T16" fmla="*/ 106 w 586"/>
                <a:gd name="T17" fmla="*/ 52 h 69"/>
                <a:gd name="T18" fmla="*/ 98 w 586"/>
                <a:gd name="T19" fmla="*/ 46 h 69"/>
                <a:gd name="T20" fmla="*/ 90 w 586"/>
                <a:gd name="T21" fmla="*/ 52 h 69"/>
                <a:gd name="T22" fmla="*/ 78 w 586"/>
                <a:gd name="T23" fmla="*/ 25 h 69"/>
                <a:gd name="T24" fmla="*/ 132 w 586"/>
                <a:gd name="T25" fmla="*/ 19 h 69"/>
                <a:gd name="T26" fmla="*/ 118 w 586"/>
                <a:gd name="T27" fmla="*/ 28 h 69"/>
                <a:gd name="T28" fmla="*/ 133 w 586"/>
                <a:gd name="T29" fmla="*/ 52 h 69"/>
                <a:gd name="T30" fmla="*/ 169 w 586"/>
                <a:gd name="T31" fmla="*/ 52 h 69"/>
                <a:gd name="T32" fmla="*/ 161 w 586"/>
                <a:gd name="T33" fmla="*/ 15 h 69"/>
                <a:gd name="T34" fmla="*/ 167 w 586"/>
                <a:gd name="T35" fmla="*/ 1 h 69"/>
                <a:gd name="T36" fmla="*/ 181 w 586"/>
                <a:gd name="T37" fmla="*/ 38 h 69"/>
                <a:gd name="T38" fmla="*/ 189 w 586"/>
                <a:gd name="T39" fmla="*/ 47 h 69"/>
                <a:gd name="T40" fmla="*/ 222 w 586"/>
                <a:gd name="T41" fmla="*/ 31 h 69"/>
                <a:gd name="T42" fmla="*/ 252 w 586"/>
                <a:gd name="T43" fmla="*/ 24 h 69"/>
                <a:gd name="T44" fmla="*/ 228 w 586"/>
                <a:gd name="T45" fmla="*/ 44 h 69"/>
                <a:gd name="T46" fmla="*/ 249 w 586"/>
                <a:gd name="T47" fmla="*/ 64 h 69"/>
                <a:gd name="T48" fmla="*/ 223 w 586"/>
                <a:gd name="T49" fmla="*/ 48 h 69"/>
                <a:gd name="T50" fmla="*/ 240 w 586"/>
                <a:gd name="T51" fmla="*/ 39 h 69"/>
                <a:gd name="T52" fmla="*/ 238 w 586"/>
                <a:gd name="T53" fmla="*/ 66 h 69"/>
                <a:gd name="T54" fmla="*/ 274 w 586"/>
                <a:gd name="T55" fmla="*/ 21 h 69"/>
                <a:gd name="T56" fmla="*/ 286 w 586"/>
                <a:gd name="T57" fmla="*/ 21 h 69"/>
                <a:gd name="T58" fmla="*/ 290 w 586"/>
                <a:gd name="T59" fmla="*/ 25 h 69"/>
                <a:gd name="T60" fmla="*/ 267 w 586"/>
                <a:gd name="T61" fmla="*/ 62 h 69"/>
                <a:gd name="T62" fmla="*/ 258 w 586"/>
                <a:gd name="T63" fmla="*/ 20 h 69"/>
                <a:gd name="T64" fmla="*/ 319 w 586"/>
                <a:gd name="T65" fmla="*/ 49 h 69"/>
                <a:gd name="T66" fmla="*/ 322 w 586"/>
                <a:gd name="T67" fmla="*/ 34 h 69"/>
                <a:gd name="T68" fmla="*/ 368 w 586"/>
                <a:gd name="T69" fmla="*/ 45 h 69"/>
                <a:gd name="T70" fmla="*/ 360 w 586"/>
                <a:gd name="T71" fmla="*/ 52 h 69"/>
                <a:gd name="T72" fmla="*/ 364 w 586"/>
                <a:gd name="T73" fmla="*/ 8 h 69"/>
                <a:gd name="T74" fmla="*/ 378 w 586"/>
                <a:gd name="T75" fmla="*/ 6 h 69"/>
                <a:gd name="T76" fmla="*/ 377 w 586"/>
                <a:gd name="T77" fmla="*/ 22 h 69"/>
                <a:gd name="T78" fmla="*/ 408 w 586"/>
                <a:gd name="T79" fmla="*/ 16 h 69"/>
                <a:gd name="T80" fmla="*/ 433 w 586"/>
                <a:gd name="T81" fmla="*/ 52 h 69"/>
                <a:gd name="T82" fmla="*/ 435 w 586"/>
                <a:gd name="T83" fmla="*/ 6 h 69"/>
                <a:gd name="T84" fmla="*/ 476 w 586"/>
                <a:gd name="T85" fmla="*/ 20 h 69"/>
                <a:gd name="T86" fmla="*/ 468 w 586"/>
                <a:gd name="T87" fmla="*/ 54 h 69"/>
                <a:gd name="T88" fmla="*/ 472 w 586"/>
                <a:gd name="T89" fmla="*/ 24 h 69"/>
                <a:gd name="T90" fmla="*/ 466 w 586"/>
                <a:gd name="T91" fmla="*/ 54 h 69"/>
                <a:gd name="T92" fmla="*/ 454 w 586"/>
                <a:gd name="T93" fmla="*/ 6 h 69"/>
                <a:gd name="T94" fmla="*/ 502 w 586"/>
                <a:gd name="T95" fmla="*/ 5 h 69"/>
                <a:gd name="T96" fmla="*/ 502 w 586"/>
                <a:gd name="T97" fmla="*/ 46 h 69"/>
                <a:gd name="T98" fmla="*/ 495 w 586"/>
                <a:gd name="T99" fmla="*/ 50 h 69"/>
                <a:gd name="T100" fmla="*/ 500 w 586"/>
                <a:gd name="T101" fmla="*/ 19 h 69"/>
                <a:gd name="T102" fmla="*/ 544 w 586"/>
                <a:gd name="T103" fmla="*/ 50 h 69"/>
                <a:gd name="T104" fmla="*/ 538 w 586"/>
                <a:gd name="T105" fmla="*/ 49 h 69"/>
                <a:gd name="T106" fmla="*/ 526 w 586"/>
                <a:gd name="T107" fmla="*/ 52 h 69"/>
                <a:gd name="T108" fmla="*/ 518 w 586"/>
                <a:gd name="T109" fmla="*/ 33 h 69"/>
                <a:gd name="T110" fmla="*/ 524 w 586"/>
                <a:gd name="T111" fmla="*/ 26 h 69"/>
                <a:gd name="T112" fmla="*/ 574 w 586"/>
                <a:gd name="T113" fmla="*/ 31 h 69"/>
                <a:gd name="T114" fmla="*/ 560 w 586"/>
                <a:gd name="T115" fmla="*/ 30 h 69"/>
                <a:gd name="T116" fmla="*/ 580 w 586"/>
                <a:gd name="T117" fmla="*/ 41 h 69"/>
                <a:gd name="T118" fmla="*/ 575 w 586"/>
                <a:gd name="T119" fmla="*/ 52 h 69"/>
                <a:gd name="T120" fmla="*/ 566 w 586"/>
                <a:gd name="T121" fmla="*/ 5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6" h="69">
                  <a:moveTo>
                    <a:pt x="27" y="41"/>
                  </a:moveTo>
                  <a:cubicBezTo>
                    <a:pt x="26" y="45"/>
                    <a:pt x="24" y="49"/>
                    <a:pt x="22" y="51"/>
                  </a:cubicBezTo>
                  <a:cubicBezTo>
                    <a:pt x="19" y="54"/>
                    <a:pt x="16" y="55"/>
                    <a:pt x="13" y="55"/>
                  </a:cubicBezTo>
                  <a:cubicBezTo>
                    <a:pt x="10" y="55"/>
                    <a:pt x="6" y="53"/>
                    <a:pt x="4" y="50"/>
                  </a:cubicBezTo>
                  <a:cubicBezTo>
                    <a:pt x="1" y="47"/>
                    <a:pt x="0" y="42"/>
                    <a:pt x="0" y="37"/>
                  </a:cubicBezTo>
                  <a:cubicBezTo>
                    <a:pt x="0" y="32"/>
                    <a:pt x="1" y="27"/>
                    <a:pt x="4" y="24"/>
                  </a:cubicBezTo>
                  <a:cubicBezTo>
                    <a:pt x="7" y="20"/>
                    <a:pt x="11" y="18"/>
                    <a:pt x="15" y="18"/>
                  </a:cubicBezTo>
                  <a:cubicBezTo>
                    <a:pt x="18" y="18"/>
                    <a:pt x="21" y="19"/>
                    <a:pt x="23" y="21"/>
                  </a:cubicBezTo>
                  <a:cubicBezTo>
                    <a:pt x="25" y="23"/>
                    <a:pt x="26" y="25"/>
                    <a:pt x="26" y="27"/>
                  </a:cubicBezTo>
                  <a:cubicBezTo>
                    <a:pt x="26" y="28"/>
                    <a:pt x="26" y="28"/>
                    <a:pt x="26" y="29"/>
                  </a:cubicBezTo>
                  <a:cubicBezTo>
                    <a:pt x="25" y="30"/>
                    <a:pt x="24" y="30"/>
                    <a:pt x="23" y="30"/>
                  </a:cubicBezTo>
                  <a:cubicBezTo>
                    <a:pt x="22" y="30"/>
                    <a:pt x="21" y="30"/>
                    <a:pt x="20" y="28"/>
                  </a:cubicBezTo>
                  <a:cubicBezTo>
                    <a:pt x="20" y="28"/>
                    <a:pt x="19" y="27"/>
                    <a:pt x="19" y="26"/>
                  </a:cubicBezTo>
                  <a:cubicBezTo>
                    <a:pt x="19" y="24"/>
                    <a:pt x="18" y="23"/>
                    <a:pt x="18" y="22"/>
                  </a:cubicBezTo>
                  <a:cubicBezTo>
                    <a:pt x="17" y="22"/>
                    <a:pt x="16" y="21"/>
                    <a:pt x="14" y="21"/>
                  </a:cubicBezTo>
                  <a:cubicBezTo>
                    <a:pt x="12" y="21"/>
                    <a:pt x="10" y="22"/>
                    <a:pt x="8" y="24"/>
                  </a:cubicBezTo>
                  <a:cubicBezTo>
                    <a:pt x="6" y="26"/>
                    <a:pt x="6" y="30"/>
                    <a:pt x="6" y="34"/>
                  </a:cubicBezTo>
                  <a:cubicBezTo>
                    <a:pt x="6" y="38"/>
                    <a:pt x="6" y="41"/>
                    <a:pt x="8" y="44"/>
                  </a:cubicBezTo>
                  <a:cubicBezTo>
                    <a:pt x="10" y="48"/>
                    <a:pt x="13" y="49"/>
                    <a:pt x="16" y="49"/>
                  </a:cubicBezTo>
                  <a:cubicBezTo>
                    <a:pt x="18" y="49"/>
                    <a:pt x="20" y="48"/>
                    <a:pt x="22" y="47"/>
                  </a:cubicBezTo>
                  <a:cubicBezTo>
                    <a:pt x="24" y="46"/>
                    <a:pt x="25" y="44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lose/>
                  <a:moveTo>
                    <a:pt x="45" y="1"/>
                  </a:moveTo>
                  <a:cubicBezTo>
                    <a:pt x="45" y="26"/>
                    <a:pt x="45" y="26"/>
                    <a:pt x="45" y="26"/>
                  </a:cubicBezTo>
                  <a:cubicBezTo>
                    <a:pt x="48" y="22"/>
                    <a:pt x="50" y="21"/>
                    <a:pt x="51" y="20"/>
                  </a:cubicBezTo>
                  <a:cubicBezTo>
                    <a:pt x="53" y="19"/>
                    <a:pt x="54" y="18"/>
                    <a:pt x="56" y="18"/>
                  </a:cubicBezTo>
                  <a:cubicBezTo>
                    <a:pt x="58" y="18"/>
                    <a:pt x="60" y="19"/>
                    <a:pt x="61" y="20"/>
                  </a:cubicBezTo>
                  <a:cubicBezTo>
                    <a:pt x="62" y="21"/>
                    <a:pt x="63" y="23"/>
                    <a:pt x="64" y="25"/>
                  </a:cubicBezTo>
                  <a:cubicBezTo>
                    <a:pt x="64" y="27"/>
                    <a:pt x="64" y="30"/>
                    <a:pt x="64" y="3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48"/>
                    <a:pt x="64" y="50"/>
                    <a:pt x="65" y="50"/>
                  </a:cubicBezTo>
                  <a:cubicBezTo>
                    <a:pt x="65" y="51"/>
                    <a:pt x="66" y="52"/>
                    <a:pt x="66" y="52"/>
                  </a:cubicBezTo>
                  <a:cubicBezTo>
                    <a:pt x="66" y="52"/>
                    <a:pt x="68" y="52"/>
                    <a:pt x="69" y="52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8" y="51"/>
                    <a:pt x="58" y="50"/>
                    <a:pt x="58" y="50"/>
                  </a:cubicBezTo>
                  <a:cubicBezTo>
                    <a:pt x="58" y="49"/>
                    <a:pt x="58" y="48"/>
                    <a:pt x="58" y="46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0"/>
                    <a:pt x="58" y="28"/>
                    <a:pt x="58" y="27"/>
                  </a:cubicBezTo>
                  <a:cubicBezTo>
                    <a:pt x="58" y="26"/>
                    <a:pt x="57" y="25"/>
                    <a:pt x="56" y="24"/>
                  </a:cubicBezTo>
                  <a:cubicBezTo>
                    <a:pt x="56" y="24"/>
                    <a:pt x="55" y="23"/>
                    <a:pt x="54" y="23"/>
                  </a:cubicBezTo>
                  <a:cubicBezTo>
                    <a:pt x="52" y="23"/>
                    <a:pt x="51" y="24"/>
                    <a:pt x="50" y="24"/>
                  </a:cubicBezTo>
                  <a:cubicBezTo>
                    <a:pt x="49" y="25"/>
                    <a:pt x="47" y="26"/>
                    <a:pt x="46" y="2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6" y="50"/>
                    <a:pt x="46" y="50"/>
                  </a:cubicBezTo>
                  <a:cubicBezTo>
                    <a:pt x="46" y="51"/>
                    <a:pt x="47" y="52"/>
                    <a:pt x="47" y="52"/>
                  </a:cubicBezTo>
                  <a:cubicBezTo>
                    <a:pt x="48" y="52"/>
                    <a:pt x="49" y="52"/>
                    <a:pt x="51" y="52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8" y="51"/>
                    <a:pt x="39" y="51"/>
                    <a:pt x="39" y="50"/>
                  </a:cubicBezTo>
                  <a:cubicBezTo>
                    <a:pt x="40" y="49"/>
                    <a:pt x="40" y="48"/>
                    <a:pt x="40" y="46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1"/>
                    <a:pt x="40" y="8"/>
                    <a:pt x="39" y="8"/>
                  </a:cubicBezTo>
                  <a:cubicBezTo>
                    <a:pt x="39" y="7"/>
                    <a:pt x="39" y="6"/>
                    <a:pt x="38" y="6"/>
                  </a:cubicBezTo>
                  <a:cubicBezTo>
                    <a:pt x="38" y="5"/>
                    <a:pt x="38" y="5"/>
                    <a:pt x="37" y="5"/>
                  </a:cubicBezTo>
                  <a:cubicBezTo>
                    <a:pt x="36" y="5"/>
                    <a:pt x="36" y="5"/>
                    <a:pt x="34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85" y="26"/>
                  </a:moveTo>
                  <a:cubicBezTo>
                    <a:pt x="89" y="21"/>
                    <a:pt x="92" y="19"/>
                    <a:pt x="96" y="19"/>
                  </a:cubicBezTo>
                  <a:cubicBezTo>
                    <a:pt x="97" y="19"/>
                    <a:pt x="99" y="19"/>
                    <a:pt x="100" y="20"/>
                  </a:cubicBezTo>
                  <a:cubicBezTo>
                    <a:pt x="102" y="21"/>
                    <a:pt x="103" y="22"/>
                    <a:pt x="104" y="24"/>
                  </a:cubicBezTo>
                  <a:cubicBezTo>
                    <a:pt x="104" y="26"/>
                    <a:pt x="104" y="28"/>
                    <a:pt x="104" y="31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48"/>
                    <a:pt x="104" y="49"/>
                    <a:pt x="105" y="50"/>
                  </a:cubicBezTo>
                  <a:cubicBezTo>
                    <a:pt x="105" y="51"/>
                    <a:pt x="106" y="51"/>
                    <a:pt x="106" y="52"/>
                  </a:cubicBezTo>
                  <a:cubicBezTo>
                    <a:pt x="106" y="52"/>
                    <a:pt x="108" y="52"/>
                    <a:pt x="109" y="52"/>
                  </a:cubicBezTo>
                  <a:cubicBezTo>
                    <a:pt x="109" y="53"/>
                    <a:pt x="109" y="53"/>
                    <a:pt x="109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6" y="52"/>
                    <a:pt x="96" y="52"/>
                    <a:pt x="97" y="51"/>
                  </a:cubicBezTo>
                  <a:cubicBezTo>
                    <a:pt x="98" y="51"/>
                    <a:pt x="98" y="50"/>
                    <a:pt x="98" y="49"/>
                  </a:cubicBezTo>
                  <a:cubicBezTo>
                    <a:pt x="98" y="49"/>
                    <a:pt x="98" y="48"/>
                    <a:pt x="98" y="46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98" y="28"/>
                    <a:pt x="98" y="26"/>
                    <a:pt x="97" y="25"/>
                  </a:cubicBezTo>
                  <a:cubicBezTo>
                    <a:pt x="96" y="24"/>
                    <a:pt x="95" y="23"/>
                    <a:pt x="93" y="23"/>
                  </a:cubicBezTo>
                  <a:cubicBezTo>
                    <a:pt x="90" y="23"/>
                    <a:pt x="88" y="24"/>
                    <a:pt x="85" y="28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5" y="48"/>
                    <a:pt x="85" y="49"/>
                    <a:pt x="85" y="50"/>
                  </a:cubicBezTo>
                  <a:cubicBezTo>
                    <a:pt x="86" y="51"/>
                    <a:pt x="86" y="51"/>
                    <a:pt x="86" y="52"/>
                  </a:cubicBezTo>
                  <a:cubicBezTo>
                    <a:pt x="87" y="52"/>
                    <a:pt x="88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6" y="52"/>
                    <a:pt x="78" y="52"/>
                    <a:pt x="78" y="51"/>
                  </a:cubicBezTo>
                  <a:cubicBezTo>
                    <a:pt x="78" y="50"/>
                    <a:pt x="79" y="48"/>
                    <a:pt x="79" y="46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29"/>
                    <a:pt x="79" y="26"/>
                    <a:pt x="78" y="25"/>
                  </a:cubicBezTo>
                  <a:cubicBezTo>
                    <a:pt x="78" y="24"/>
                    <a:pt x="78" y="24"/>
                    <a:pt x="78" y="23"/>
                  </a:cubicBezTo>
                  <a:cubicBezTo>
                    <a:pt x="77" y="23"/>
                    <a:pt x="77" y="23"/>
                    <a:pt x="76" y="23"/>
                  </a:cubicBezTo>
                  <a:cubicBezTo>
                    <a:pt x="75" y="23"/>
                    <a:pt x="74" y="23"/>
                    <a:pt x="74" y="23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26"/>
                    <a:pt x="85" y="26"/>
                    <a:pt x="85" y="26"/>
                  </a:cubicBezTo>
                  <a:close/>
                  <a:moveTo>
                    <a:pt x="132" y="19"/>
                  </a:moveTo>
                  <a:cubicBezTo>
                    <a:pt x="136" y="19"/>
                    <a:pt x="140" y="21"/>
                    <a:pt x="144" y="25"/>
                  </a:cubicBezTo>
                  <a:cubicBezTo>
                    <a:pt x="146" y="28"/>
                    <a:pt x="148" y="32"/>
                    <a:pt x="148" y="36"/>
                  </a:cubicBezTo>
                  <a:cubicBezTo>
                    <a:pt x="148" y="40"/>
                    <a:pt x="147" y="42"/>
                    <a:pt x="146" y="46"/>
                  </a:cubicBezTo>
                  <a:cubicBezTo>
                    <a:pt x="144" y="49"/>
                    <a:pt x="142" y="51"/>
                    <a:pt x="140" y="53"/>
                  </a:cubicBezTo>
                  <a:cubicBezTo>
                    <a:pt x="137" y="54"/>
                    <a:pt x="134" y="55"/>
                    <a:pt x="131" y="55"/>
                  </a:cubicBezTo>
                  <a:cubicBezTo>
                    <a:pt x="126" y="55"/>
                    <a:pt x="122" y="53"/>
                    <a:pt x="120" y="49"/>
                  </a:cubicBezTo>
                  <a:cubicBezTo>
                    <a:pt x="117" y="46"/>
                    <a:pt x="116" y="42"/>
                    <a:pt x="116" y="38"/>
                  </a:cubicBezTo>
                  <a:cubicBezTo>
                    <a:pt x="116" y="34"/>
                    <a:pt x="117" y="31"/>
                    <a:pt x="118" y="28"/>
                  </a:cubicBezTo>
                  <a:cubicBezTo>
                    <a:pt x="120" y="26"/>
                    <a:pt x="122" y="23"/>
                    <a:pt x="124" y="22"/>
                  </a:cubicBezTo>
                  <a:cubicBezTo>
                    <a:pt x="126" y="20"/>
                    <a:pt x="129" y="19"/>
                    <a:pt x="132" y="19"/>
                  </a:cubicBezTo>
                  <a:close/>
                  <a:moveTo>
                    <a:pt x="130" y="21"/>
                  </a:moveTo>
                  <a:cubicBezTo>
                    <a:pt x="129" y="21"/>
                    <a:pt x="128" y="22"/>
                    <a:pt x="127" y="22"/>
                  </a:cubicBezTo>
                  <a:cubicBezTo>
                    <a:pt x="126" y="23"/>
                    <a:pt x="124" y="24"/>
                    <a:pt x="124" y="26"/>
                  </a:cubicBezTo>
                  <a:cubicBezTo>
                    <a:pt x="123" y="28"/>
                    <a:pt x="122" y="31"/>
                    <a:pt x="122" y="34"/>
                  </a:cubicBezTo>
                  <a:cubicBezTo>
                    <a:pt x="122" y="39"/>
                    <a:pt x="123" y="43"/>
                    <a:pt x="125" y="47"/>
                  </a:cubicBezTo>
                  <a:cubicBezTo>
                    <a:pt x="127" y="50"/>
                    <a:pt x="130" y="52"/>
                    <a:pt x="133" y="52"/>
                  </a:cubicBezTo>
                  <a:cubicBezTo>
                    <a:pt x="135" y="52"/>
                    <a:pt x="137" y="51"/>
                    <a:pt x="138" y="49"/>
                  </a:cubicBezTo>
                  <a:cubicBezTo>
                    <a:pt x="140" y="47"/>
                    <a:pt x="141" y="44"/>
                    <a:pt x="141" y="39"/>
                  </a:cubicBezTo>
                  <a:cubicBezTo>
                    <a:pt x="141" y="33"/>
                    <a:pt x="140" y="28"/>
                    <a:pt x="137" y="25"/>
                  </a:cubicBezTo>
                  <a:cubicBezTo>
                    <a:pt x="135" y="22"/>
                    <a:pt x="133" y="21"/>
                    <a:pt x="130" y="21"/>
                  </a:cubicBezTo>
                  <a:close/>
                  <a:moveTo>
                    <a:pt x="167" y="1"/>
                  </a:moveTo>
                  <a:cubicBezTo>
                    <a:pt x="167" y="46"/>
                    <a:pt x="167" y="46"/>
                    <a:pt x="167" y="46"/>
                  </a:cubicBezTo>
                  <a:cubicBezTo>
                    <a:pt x="167" y="48"/>
                    <a:pt x="167" y="50"/>
                    <a:pt x="168" y="50"/>
                  </a:cubicBezTo>
                  <a:cubicBezTo>
                    <a:pt x="168" y="51"/>
                    <a:pt x="168" y="52"/>
                    <a:pt x="169" y="52"/>
                  </a:cubicBezTo>
                  <a:cubicBezTo>
                    <a:pt x="170" y="52"/>
                    <a:pt x="170" y="52"/>
                    <a:pt x="172" y="52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58" y="52"/>
                    <a:pt x="159" y="52"/>
                    <a:pt x="160" y="52"/>
                  </a:cubicBezTo>
                  <a:cubicBezTo>
                    <a:pt x="160" y="52"/>
                    <a:pt x="160" y="51"/>
                    <a:pt x="161" y="50"/>
                  </a:cubicBezTo>
                  <a:cubicBezTo>
                    <a:pt x="161" y="50"/>
                    <a:pt x="161" y="48"/>
                    <a:pt x="161" y="46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61" y="11"/>
                    <a:pt x="161" y="9"/>
                    <a:pt x="161" y="8"/>
                  </a:cubicBezTo>
                  <a:cubicBezTo>
                    <a:pt x="161" y="7"/>
                    <a:pt x="160" y="6"/>
                    <a:pt x="160" y="6"/>
                  </a:cubicBezTo>
                  <a:cubicBezTo>
                    <a:pt x="160" y="6"/>
                    <a:pt x="159" y="6"/>
                    <a:pt x="158" y="6"/>
                  </a:cubicBezTo>
                  <a:cubicBezTo>
                    <a:pt x="158" y="6"/>
                    <a:pt x="157" y="6"/>
                    <a:pt x="156" y="6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7" y="1"/>
                    <a:pt x="167" y="1"/>
                    <a:pt x="167" y="1"/>
                  </a:cubicBezTo>
                  <a:cubicBezTo>
                    <a:pt x="167" y="1"/>
                    <a:pt x="167" y="1"/>
                    <a:pt x="167" y="1"/>
                  </a:cubicBezTo>
                  <a:close/>
                  <a:moveTo>
                    <a:pt x="196" y="19"/>
                  </a:moveTo>
                  <a:cubicBezTo>
                    <a:pt x="201" y="19"/>
                    <a:pt x="205" y="21"/>
                    <a:pt x="208" y="25"/>
                  </a:cubicBezTo>
                  <a:cubicBezTo>
                    <a:pt x="210" y="28"/>
                    <a:pt x="212" y="32"/>
                    <a:pt x="212" y="36"/>
                  </a:cubicBezTo>
                  <a:cubicBezTo>
                    <a:pt x="212" y="40"/>
                    <a:pt x="211" y="42"/>
                    <a:pt x="210" y="46"/>
                  </a:cubicBezTo>
                  <a:cubicBezTo>
                    <a:pt x="209" y="49"/>
                    <a:pt x="207" y="51"/>
                    <a:pt x="204" y="53"/>
                  </a:cubicBezTo>
                  <a:cubicBezTo>
                    <a:pt x="202" y="54"/>
                    <a:pt x="199" y="55"/>
                    <a:pt x="196" y="55"/>
                  </a:cubicBezTo>
                  <a:cubicBezTo>
                    <a:pt x="191" y="55"/>
                    <a:pt x="187" y="53"/>
                    <a:pt x="184" y="49"/>
                  </a:cubicBezTo>
                  <a:cubicBezTo>
                    <a:pt x="182" y="46"/>
                    <a:pt x="181" y="42"/>
                    <a:pt x="181" y="38"/>
                  </a:cubicBezTo>
                  <a:cubicBezTo>
                    <a:pt x="181" y="34"/>
                    <a:pt x="182" y="31"/>
                    <a:pt x="183" y="28"/>
                  </a:cubicBezTo>
                  <a:cubicBezTo>
                    <a:pt x="185" y="26"/>
                    <a:pt x="187" y="23"/>
                    <a:pt x="189" y="22"/>
                  </a:cubicBezTo>
                  <a:cubicBezTo>
                    <a:pt x="190" y="20"/>
                    <a:pt x="193" y="19"/>
                    <a:pt x="196" y="19"/>
                  </a:cubicBezTo>
                  <a:close/>
                  <a:moveTo>
                    <a:pt x="195" y="21"/>
                  </a:moveTo>
                  <a:cubicBezTo>
                    <a:pt x="194" y="21"/>
                    <a:pt x="192" y="22"/>
                    <a:pt x="191" y="22"/>
                  </a:cubicBezTo>
                  <a:cubicBezTo>
                    <a:pt x="190" y="23"/>
                    <a:pt x="188" y="24"/>
                    <a:pt x="188" y="26"/>
                  </a:cubicBezTo>
                  <a:cubicBezTo>
                    <a:pt x="187" y="28"/>
                    <a:pt x="186" y="31"/>
                    <a:pt x="186" y="34"/>
                  </a:cubicBezTo>
                  <a:cubicBezTo>
                    <a:pt x="186" y="39"/>
                    <a:pt x="187" y="43"/>
                    <a:pt x="189" y="47"/>
                  </a:cubicBezTo>
                  <a:cubicBezTo>
                    <a:pt x="191" y="50"/>
                    <a:pt x="194" y="52"/>
                    <a:pt x="197" y="52"/>
                  </a:cubicBezTo>
                  <a:cubicBezTo>
                    <a:pt x="199" y="52"/>
                    <a:pt x="201" y="51"/>
                    <a:pt x="202" y="49"/>
                  </a:cubicBezTo>
                  <a:cubicBezTo>
                    <a:pt x="204" y="47"/>
                    <a:pt x="205" y="44"/>
                    <a:pt x="205" y="39"/>
                  </a:cubicBezTo>
                  <a:cubicBezTo>
                    <a:pt x="205" y="33"/>
                    <a:pt x="204" y="28"/>
                    <a:pt x="201" y="25"/>
                  </a:cubicBezTo>
                  <a:cubicBezTo>
                    <a:pt x="200" y="22"/>
                    <a:pt x="197" y="21"/>
                    <a:pt x="195" y="21"/>
                  </a:cubicBezTo>
                  <a:close/>
                  <a:moveTo>
                    <a:pt x="229" y="41"/>
                  </a:moveTo>
                  <a:cubicBezTo>
                    <a:pt x="227" y="40"/>
                    <a:pt x="225" y="39"/>
                    <a:pt x="224" y="37"/>
                  </a:cubicBezTo>
                  <a:cubicBezTo>
                    <a:pt x="223" y="35"/>
                    <a:pt x="222" y="33"/>
                    <a:pt x="222" y="31"/>
                  </a:cubicBezTo>
                  <a:cubicBezTo>
                    <a:pt x="222" y="28"/>
                    <a:pt x="224" y="24"/>
                    <a:pt x="226" y="22"/>
                  </a:cubicBezTo>
                  <a:cubicBezTo>
                    <a:pt x="228" y="20"/>
                    <a:pt x="232" y="18"/>
                    <a:pt x="235" y="18"/>
                  </a:cubicBezTo>
                  <a:cubicBezTo>
                    <a:pt x="238" y="18"/>
                    <a:pt x="241" y="19"/>
                    <a:pt x="243" y="21"/>
                  </a:cubicBezTo>
                  <a:cubicBezTo>
                    <a:pt x="250" y="21"/>
                    <a:pt x="250" y="21"/>
                    <a:pt x="250" y="21"/>
                  </a:cubicBezTo>
                  <a:cubicBezTo>
                    <a:pt x="251" y="21"/>
                    <a:pt x="252" y="21"/>
                    <a:pt x="252" y="21"/>
                  </a:cubicBezTo>
                  <a:cubicBezTo>
                    <a:pt x="252" y="21"/>
                    <a:pt x="252" y="21"/>
                    <a:pt x="252" y="21"/>
                  </a:cubicBezTo>
                  <a:cubicBezTo>
                    <a:pt x="252" y="22"/>
                    <a:pt x="252" y="22"/>
                    <a:pt x="252" y="22"/>
                  </a:cubicBezTo>
                  <a:cubicBezTo>
                    <a:pt x="252" y="23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1" y="24"/>
                    <a:pt x="250" y="24"/>
                  </a:cubicBezTo>
                  <a:cubicBezTo>
                    <a:pt x="246" y="24"/>
                    <a:pt x="246" y="24"/>
                    <a:pt x="246" y="24"/>
                  </a:cubicBezTo>
                  <a:cubicBezTo>
                    <a:pt x="247" y="26"/>
                    <a:pt x="248" y="28"/>
                    <a:pt x="248" y="31"/>
                  </a:cubicBezTo>
                  <a:cubicBezTo>
                    <a:pt x="248" y="34"/>
                    <a:pt x="246" y="37"/>
                    <a:pt x="244" y="39"/>
                  </a:cubicBezTo>
                  <a:cubicBezTo>
                    <a:pt x="242" y="41"/>
                    <a:pt x="238" y="42"/>
                    <a:pt x="235" y="42"/>
                  </a:cubicBezTo>
                  <a:cubicBezTo>
                    <a:pt x="233" y="42"/>
                    <a:pt x="232" y="42"/>
                    <a:pt x="230" y="41"/>
                  </a:cubicBezTo>
                  <a:cubicBezTo>
                    <a:pt x="229" y="42"/>
                    <a:pt x="228" y="43"/>
                    <a:pt x="228" y="44"/>
                  </a:cubicBezTo>
                  <a:cubicBezTo>
                    <a:pt x="228" y="44"/>
                    <a:pt x="228" y="45"/>
                    <a:pt x="228" y="45"/>
                  </a:cubicBezTo>
                  <a:cubicBezTo>
                    <a:pt x="228" y="46"/>
                    <a:pt x="228" y="46"/>
                    <a:pt x="228" y="46"/>
                  </a:cubicBezTo>
                  <a:cubicBezTo>
                    <a:pt x="228" y="47"/>
                    <a:pt x="229" y="47"/>
                    <a:pt x="230" y="47"/>
                  </a:cubicBezTo>
                  <a:cubicBezTo>
                    <a:pt x="231" y="47"/>
                    <a:pt x="233" y="47"/>
                    <a:pt x="236" y="48"/>
                  </a:cubicBezTo>
                  <a:cubicBezTo>
                    <a:pt x="240" y="48"/>
                    <a:pt x="244" y="48"/>
                    <a:pt x="245" y="48"/>
                  </a:cubicBezTo>
                  <a:cubicBezTo>
                    <a:pt x="248" y="48"/>
                    <a:pt x="249" y="49"/>
                    <a:pt x="250" y="50"/>
                  </a:cubicBezTo>
                  <a:cubicBezTo>
                    <a:pt x="252" y="52"/>
                    <a:pt x="252" y="54"/>
                    <a:pt x="252" y="56"/>
                  </a:cubicBezTo>
                  <a:cubicBezTo>
                    <a:pt x="252" y="58"/>
                    <a:pt x="251" y="61"/>
                    <a:pt x="249" y="64"/>
                  </a:cubicBezTo>
                  <a:cubicBezTo>
                    <a:pt x="245" y="67"/>
                    <a:pt x="240" y="69"/>
                    <a:pt x="234" y="69"/>
                  </a:cubicBezTo>
                  <a:cubicBezTo>
                    <a:pt x="230" y="69"/>
                    <a:pt x="226" y="68"/>
                    <a:pt x="223" y="66"/>
                  </a:cubicBezTo>
                  <a:cubicBezTo>
                    <a:pt x="221" y="65"/>
                    <a:pt x="220" y="64"/>
                    <a:pt x="220" y="62"/>
                  </a:cubicBezTo>
                  <a:cubicBezTo>
                    <a:pt x="220" y="62"/>
                    <a:pt x="220" y="61"/>
                    <a:pt x="220" y="60"/>
                  </a:cubicBezTo>
                  <a:cubicBezTo>
                    <a:pt x="221" y="60"/>
                    <a:pt x="222" y="58"/>
                    <a:pt x="223" y="56"/>
                  </a:cubicBezTo>
                  <a:cubicBezTo>
                    <a:pt x="223" y="56"/>
                    <a:pt x="224" y="55"/>
                    <a:pt x="226" y="52"/>
                  </a:cubicBezTo>
                  <a:cubicBezTo>
                    <a:pt x="225" y="52"/>
                    <a:pt x="224" y="51"/>
                    <a:pt x="224" y="50"/>
                  </a:cubicBezTo>
                  <a:cubicBezTo>
                    <a:pt x="223" y="50"/>
                    <a:pt x="223" y="49"/>
                    <a:pt x="223" y="48"/>
                  </a:cubicBezTo>
                  <a:cubicBezTo>
                    <a:pt x="223" y="48"/>
                    <a:pt x="223" y="46"/>
                    <a:pt x="224" y="45"/>
                  </a:cubicBezTo>
                  <a:cubicBezTo>
                    <a:pt x="225" y="45"/>
                    <a:pt x="226" y="44"/>
                    <a:pt x="229" y="41"/>
                  </a:cubicBezTo>
                  <a:close/>
                  <a:moveTo>
                    <a:pt x="235" y="20"/>
                  </a:moveTo>
                  <a:cubicBezTo>
                    <a:pt x="233" y="20"/>
                    <a:pt x="232" y="21"/>
                    <a:pt x="230" y="22"/>
                  </a:cubicBezTo>
                  <a:cubicBezTo>
                    <a:pt x="229" y="24"/>
                    <a:pt x="229" y="26"/>
                    <a:pt x="229" y="29"/>
                  </a:cubicBezTo>
                  <a:cubicBezTo>
                    <a:pt x="229" y="33"/>
                    <a:pt x="230" y="36"/>
                    <a:pt x="231" y="38"/>
                  </a:cubicBezTo>
                  <a:cubicBezTo>
                    <a:pt x="232" y="40"/>
                    <a:pt x="234" y="41"/>
                    <a:pt x="236" y="41"/>
                  </a:cubicBezTo>
                  <a:cubicBezTo>
                    <a:pt x="238" y="41"/>
                    <a:pt x="239" y="40"/>
                    <a:pt x="240" y="39"/>
                  </a:cubicBezTo>
                  <a:cubicBezTo>
                    <a:pt x="242" y="37"/>
                    <a:pt x="242" y="35"/>
                    <a:pt x="242" y="32"/>
                  </a:cubicBezTo>
                  <a:cubicBezTo>
                    <a:pt x="242" y="28"/>
                    <a:pt x="241" y="25"/>
                    <a:pt x="240" y="23"/>
                  </a:cubicBezTo>
                  <a:cubicBezTo>
                    <a:pt x="238" y="21"/>
                    <a:pt x="237" y="20"/>
                    <a:pt x="235" y="20"/>
                  </a:cubicBezTo>
                  <a:close/>
                  <a:moveTo>
                    <a:pt x="228" y="54"/>
                  </a:moveTo>
                  <a:cubicBezTo>
                    <a:pt x="227" y="55"/>
                    <a:pt x="226" y="56"/>
                    <a:pt x="226" y="57"/>
                  </a:cubicBezTo>
                  <a:cubicBezTo>
                    <a:pt x="226" y="58"/>
                    <a:pt x="225" y="59"/>
                    <a:pt x="225" y="60"/>
                  </a:cubicBezTo>
                  <a:cubicBezTo>
                    <a:pt x="225" y="62"/>
                    <a:pt x="226" y="63"/>
                    <a:pt x="227" y="64"/>
                  </a:cubicBezTo>
                  <a:cubicBezTo>
                    <a:pt x="230" y="65"/>
                    <a:pt x="233" y="66"/>
                    <a:pt x="238" y="66"/>
                  </a:cubicBezTo>
                  <a:cubicBezTo>
                    <a:pt x="242" y="66"/>
                    <a:pt x="245" y="65"/>
                    <a:pt x="247" y="64"/>
                  </a:cubicBezTo>
                  <a:cubicBezTo>
                    <a:pt x="249" y="62"/>
                    <a:pt x="250" y="60"/>
                    <a:pt x="250" y="58"/>
                  </a:cubicBezTo>
                  <a:cubicBezTo>
                    <a:pt x="250" y="57"/>
                    <a:pt x="250" y="56"/>
                    <a:pt x="248" y="56"/>
                  </a:cubicBezTo>
                  <a:cubicBezTo>
                    <a:pt x="247" y="55"/>
                    <a:pt x="245" y="55"/>
                    <a:pt x="241" y="55"/>
                  </a:cubicBezTo>
                  <a:cubicBezTo>
                    <a:pt x="236" y="54"/>
                    <a:pt x="231" y="54"/>
                    <a:pt x="228" y="54"/>
                  </a:cubicBezTo>
                  <a:close/>
                  <a:moveTo>
                    <a:pt x="258" y="20"/>
                  </a:moveTo>
                  <a:cubicBezTo>
                    <a:pt x="274" y="20"/>
                    <a:pt x="274" y="20"/>
                    <a:pt x="274" y="20"/>
                  </a:cubicBezTo>
                  <a:cubicBezTo>
                    <a:pt x="274" y="21"/>
                    <a:pt x="274" y="21"/>
                    <a:pt x="274" y="21"/>
                  </a:cubicBezTo>
                  <a:cubicBezTo>
                    <a:pt x="273" y="21"/>
                    <a:pt x="273" y="21"/>
                    <a:pt x="273" y="21"/>
                  </a:cubicBezTo>
                  <a:cubicBezTo>
                    <a:pt x="272" y="21"/>
                    <a:pt x="271" y="21"/>
                    <a:pt x="270" y="22"/>
                  </a:cubicBezTo>
                  <a:cubicBezTo>
                    <a:pt x="270" y="22"/>
                    <a:pt x="270" y="23"/>
                    <a:pt x="270" y="23"/>
                  </a:cubicBezTo>
                  <a:cubicBezTo>
                    <a:pt x="270" y="24"/>
                    <a:pt x="270" y="26"/>
                    <a:pt x="271" y="27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4"/>
                    <a:pt x="287" y="24"/>
                    <a:pt x="287" y="22"/>
                  </a:cubicBezTo>
                  <a:cubicBezTo>
                    <a:pt x="287" y="22"/>
                    <a:pt x="287" y="22"/>
                    <a:pt x="286" y="21"/>
                  </a:cubicBezTo>
                  <a:cubicBezTo>
                    <a:pt x="286" y="21"/>
                    <a:pt x="286" y="21"/>
                    <a:pt x="286" y="20"/>
                  </a:cubicBezTo>
                  <a:cubicBezTo>
                    <a:pt x="285" y="20"/>
                    <a:pt x="284" y="20"/>
                    <a:pt x="284" y="20"/>
                  </a:cubicBezTo>
                  <a:cubicBezTo>
                    <a:pt x="284" y="19"/>
                    <a:pt x="284" y="19"/>
                    <a:pt x="284" y="19"/>
                  </a:cubicBezTo>
                  <a:cubicBezTo>
                    <a:pt x="294" y="19"/>
                    <a:pt x="294" y="19"/>
                    <a:pt x="294" y="19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4" y="20"/>
                    <a:pt x="293" y="20"/>
                    <a:pt x="292" y="20"/>
                  </a:cubicBezTo>
                  <a:cubicBezTo>
                    <a:pt x="292" y="21"/>
                    <a:pt x="292" y="21"/>
                    <a:pt x="291" y="22"/>
                  </a:cubicBezTo>
                  <a:cubicBezTo>
                    <a:pt x="290" y="22"/>
                    <a:pt x="290" y="23"/>
                    <a:pt x="290" y="25"/>
                  </a:cubicBezTo>
                  <a:cubicBezTo>
                    <a:pt x="276" y="59"/>
                    <a:pt x="276" y="59"/>
                    <a:pt x="276" y="59"/>
                  </a:cubicBezTo>
                  <a:cubicBezTo>
                    <a:pt x="275" y="62"/>
                    <a:pt x="274" y="64"/>
                    <a:pt x="271" y="66"/>
                  </a:cubicBezTo>
                  <a:cubicBezTo>
                    <a:pt x="269" y="68"/>
                    <a:pt x="267" y="69"/>
                    <a:pt x="265" y="69"/>
                  </a:cubicBezTo>
                  <a:cubicBezTo>
                    <a:pt x="264" y="69"/>
                    <a:pt x="263" y="68"/>
                    <a:pt x="262" y="68"/>
                  </a:cubicBezTo>
                  <a:cubicBezTo>
                    <a:pt x="261" y="67"/>
                    <a:pt x="260" y="66"/>
                    <a:pt x="260" y="65"/>
                  </a:cubicBezTo>
                  <a:cubicBezTo>
                    <a:pt x="260" y="64"/>
                    <a:pt x="261" y="63"/>
                    <a:pt x="261" y="62"/>
                  </a:cubicBezTo>
                  <a:cubicBezTo>
                    <a:pt x="262" y="62"/>
                    <a:pt x="263" y="62"/>
                    <a:pt x="264" y="62"/>
                  </a:cubicBezTo>
                  <a:cubicBezTo>
                    <a:pt x="265" y="62"/>
                    <a:pt x="266" y="62"/>
                    <a:pt x="267" y="62"/>
                  </a:cubicBezTo>
                  <a:cubicBezTo>
                    <a:pt x="268" y="63"/>
                    <a:pt x="269" y="63"/>
                    <a:pt x="269" y="63"/>
                  </a:cubicBezTo>
                  <a:cubicBezTo>
                    <a:pt x="270" y="63"/>
                    <a:pt x="270" y="62"/>
                    <a:pt x="271" y="62"/>
                  </a:cubicBezTo>
                  <a:cubicBezTo>
                    <a:pt x="272" y="61"/>
                    <a:pt x="273" y="59"/>
                    <a:pt x="274" y="57"/>
                  </a:cubicBezTo>
                  <a:cubicBezTo>
                    <a:pt x="276" y="51"/>
                    <a:pt x="276" y="51"/>
                    <a:pt x="276" y="51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4" y="25"/>
                    <a:pt x="264" y="24"/>
                    <a:pt x="263" y="23"/>
                  </a:cubicBezTo>
                  <a:cubicBezTo>
                    <a:pt x="262" y="22"/>
                    <a:pt x="262" y="21"/>
                    <a:pt x="261" y="21"/>
                  </a:cubicBezTo>
                  <a:cubicBezTo>
                    <a:pt x="261" y="21"/>
                    <a:pt x="260" y="20"/>
                    <a:pt x="258" y="20"/>
                  </a:cubicBezTo>
                  <a:cubicBezTo>
                    <a:pt x="258" y="20"/>
                    <a:pt x="258" y="20"/>
                    <a:pt x="258" y="20"/>
                  </a:cubicBezTo>
                  <a:close/>
                  <a:moveTo>
                    <a:pt x="331" y="19"/>
                  </a:moveTo>
                  <a:cubicBezTo>
                    <a:pt x="336" y="19"/>
                    <a:pt x="340" y="21"/>
                    <a:pt x="343" y="25"/>
                  </a:cubicBezTo>
                  <a:cubicBezTo>
                    <a:pt x="346" y="28"/>
                    <a:pt x="347" y="32"/>
                    <a:pt x="347" y="36"/>
                  </a:cubicBezTo>
                  <a:cubicBezTo>
                    <a:pt x="347" y="40"/>
                    <a:pt x="346" y="42"/>
                    <a:pt x="345" y="46"/>
                  </a:cubicBezTo>
                  <a:cubicBezTo>
                    <a:pt x="344" y="49"/>
                    <a:pt x="342" y="51"/>
                    <a:pt x="339" y="53"/>
                  </a:cubicBezTo>
                  <a:cubicBezTo>
                    <a:pt x="336" y="54"/>
                    <a:pt x="334" y="55"/>
                    <a:pt x="331" y="55"/>
                  </a:cubicBezTo>
                  <a:cubicBezTo>
                    <a:pt x="326" y="55"/>
                    <a:pt x="322" y="53"/>
                    <a:pt x="319" y="49"/>
                  </a:cubicBezTo>
                  <a:cubicBezTo>
                    <a:pt x="317" y="46"/>
                    <a:pt x="316" y="42"/>
                    <a:pt x="316" y="38"/>
                  </a:cubicBezTo>
                  <a:cubicBezTo>
                    <a:pt x="316" y="34"/>
                    <a:pt x="316" y="31"/>
                    <a:pt x="318" y="28"/>
                  </a:cubicBezTo>
                  <a:cubicBezTo>
                    <a:pt x="320" y="26"/>
                    <a:pt x="322" y="23"/>
                    <a:pt x="324" y="22"/>
                  </a:cubicBezTo>
                  <a:cubicBezTo>
                    <a:pt x="326" y="20"/>
                    <a:pt x="328" y="19"/>
                    <a:pt x="331" y="19"/>
                  </a:cubicBezTo>
                  <a:close/>
                  <a:moveTo>
                    <a:pt x="330" y="21"/>
                  </a:moveTo>
                  <a:cubicBezTo>
                    <a:pt x="329" y="21"/>
                    <a:pt x="328" y="22"/>
                    <a:pt x="326" y="22"/>
                  </a:cubicBezTo>
                  <a:cubicBezTo>
                    <a:pt x="325" y="23"/>
                    <a:pt x="324" y="24"/>
                    <a:pt x="323" y="26"/>
                  </a:cubicBezTo>
                  <a:cubicBezTo>
                    <a:pt x="322" y="28"/>
                    <a:pt x="322" y="31"/>
                    <a:pt x="322" y="34"/>
                  </a:cubicBezTo>
                  <a:cubicBezTo>
                    <a:pt x="322" y="39"/>
                    <a:pt x="323" y="43"/>
                    <a:pt x="325" y="47"/>
                  </a:cubicBezTo>
                  <a:cubicBezTo>
                    <a:pt x="327" y="50"/>
                    <a:pt x="329" y="52"/>
                    <a:pt x="332" y="52"/>
                  </a:cubicBezTo>
                  <a:cubicBezTo>
                    <a:pt x="335" y="52"/>
                    <a:pt x="337" y="51"/>
                    <a:pt x="338" y="49"/>
                  </a:cubicBezTo>
                  <a:cubicBezTo>
                    <a:pt x="340" y="47"/>
                    <a:pt x="340" y="44"/>
                    <a:pt x="340" y="39"/>
                  </a:cubicBezTo>
                  <a:cubicBezTo>
                    <a:pt x="340" y="33"/>
                    <a:pt x="339" y="28"/>
                    <a:pt x="337" y="25"/>
                  </a:cubicBezTo>
                  <a:cubicBezTo>
                    <a:pt x="335" y="22"/>
                    <a:pt x="332" y="21"/>
                    <a:pt x="330" y="21"/>
                  </a:cubicBezTo>
                  <a:close/>
                  <a:moveTo>
                    <a:pt x="368" y="22"/>
                  </a:moveTo>
                  <a:cubicBezTo>
                    <a:pt x="368" y="45"/>
                    <a:pt x="368" y="45"/>
                    <a:pt x="368" y="45"/>
                  </a:cubicBezTo>
                  <a:cubicBezTo>
                    <a:pt x="368" y="48"/>
                    <a:pt x="368" y="50"/>
                    <a:pt x="369" y="51"/>
                  </a:cubicBezTo>
                  <a:cubicBezTo>
                    <a:pt x="370" y="52"/>
                    <a:pt x="371" y="52"/>
                    <a:pt x="373" y="52"/>
                  </a:cubicBezTo>
                  <a:cubicBezTo>
                    <a:pt x="376" y="52"/>
                    <a:pt x="376" y="52"/>
                    <a:pt x="376" y="52"/>
                  </a:cubicBezTo>
                  <a:cubicBezTo>
                    <a:pt x="376" y="54"/>
                    <a:pt x="376" y="54"/>
                    <a:pt x="376" y="54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52"/>
                    <a:pt x="356" y="52"/>
                    <a:pt x="356" y="52"/>
                  </a:cubicBezTo>
                  <a:cubicBezTo>
                    <a:pt x="358" y="52"/>
                    <a:pt x="358" y="52"/>
                    <a:pt x="358" y="52"/>
                  </a:cubicBezTo>
                  <a:cubicBezTo>
                    <a:pt x="358" y="52"/>
                    <a:pt x="360" y="52"/>
                    <a:pt x="360" y="52"/>
                  </a:cubicBezTo>
                  <a:cubicBezTo>
                    <a:pt x="361" y="51"/>
                    <a:pt x="362" y="50"/>
                    <a:pt x="362" y="50"/>
                  </a:cubicBezTo>
                  <a:cubicBezTo>
                    <a:pt x="362" y="49"/>
                    <a:pt x="362" y="47"/>
                    <a:pt x="362" y="45"/>
                  </a:cubicBezTo>
                  <a:cubicBezTo>
                    <a:pt x="362" y="22"/>
                    <a:pt x="362" y="22"/>
                    <a:pt x="362" y="22"/>
                  </a:cubicBezTo>
                  <a:cubicBezTo>
                    <a:pt x="356" y="22"/>
                    <a:pt x="356" y="22"/>
                    <a:pt x="356" y="22"/>
                  </a:cubicBezTo>
                  <a:cubicBezTo>
                    <a:pt x="356" y="20"/>
                    <a:pt x="356" y="20"/>
                    <a:pt x="356" y="20"/>
                  </a:cubicBezTo>
                  <a:cubicBezTo>
                    <a:pt x="362" y="20"/>
                    <a:pt x="362" y="20"/>
                    <a:pt x="362" y="20"/>
                  </a:cubicBezTo>
                  <a:cubicBezTo>
                    <a:pt x="362" y="17"/>
                    <a:pt x="362" y="17"/>
                    <a:pt x="362" y="17"/>
                  </a:cubicBezTo>
                  <a:cubicBezTo>
                    <a:pt x="362" y="14"/>
                    <a:pt x="363" y="11"/>
                    <a:pt x="364" y="8"/>
                  </a:cubicBezTo>
                  <a:cubicBezTo>
                    <a:pt x="365" y="6"/>
                    <a:pt x="367" y="4"/>
                    <a:pt x="369" y="3"/>
                  </a:cubicBezTo>
                  <a:cubicBezTo>
                    <a:pt x="371" y="2"/>
                    <a:pt x="373" y="1"/>
                    <a:pt x="376" y="1"/>
                  </a:cubicBezTo>
                  <a:cubicBezTo>
                    <a:pt x="378" y="1"/>
                    <a:pt x="381" y="2"/>
                    <a:pt x="383" y="3"/>
                  </a:cubicBezTo>
                  <a:cubicBezTo>
                    <a:pt x="384" y="4"/>
                    <a:pt x="385" y="6"/>
                    <a:pt x="385" y="7"/>
                  </a:cubicBezTo>
                  <a:cubicBezTo>
                    <a:pt x="385" y="8"/>
                    <a:pt x="384" y="8"/>
                    <a:pt x="384" y="9"/>
                  </a:cubicBezTo>
                  <a:cubicBezTo>
                    <a:pt x="383" y="10"/>
                    <a:pt x="383" y="10"/>
                    <a:pt x="382" y="10"/>
                  </a:cubicBezTo>
                  <a:cubicBezTo>
                    <a:pt x="382" y="10"/>
                    <a:pt x="381" y="9"/>
                    <a:pt x="380" y="9"/>
                  </a:cubicBezTo>
                  <a:cubicBezTo>
                    <a:pt x="380" y="8"/>
                    <a:pt x="379" y="8"/>
                    <a:pt x="378" y="6"/>
                  </a:cubicBezTo>
                  <a:cubicBezTo>
                    <a:pt x="377" y="5"/>
                    <a:pt x="376" y="4"/>
                    <a:pt x="376" y="3"/>
                  </a:cubicBezTo>
                  <a:cubicBezTo>
                    <a:pt x="375" y="3"/>
                    <a:pt x="374" y="2"/>
                    <a:pt x="373" y="2"/>
                  </a:cubicBezTo>
                  <a:cubicBezTo>
                    <a:pt x="372" y="2"/>
                    <a:pt x="371" y="3"/>
                    <a:pt x="370" y="3"/>
                  </a:cubicBezTo>
                  <a:cubicBezTo>
                    <a:pt x="370" y="4"/>
                    <a:pt x="369" y="5"/>
                    <a:pt x="369" y="6"/>
                  </a:cubicBezTo>
                  <a:cubicBezTo>
                    <a:pt x="368" y="7"/>
                    <a:pt x="368" y="10"/>
                    <a:pt x="368" y="16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77" y="18"/>
                    <a:pt x="377" y="18"/>
                    <a:pt x="377" y="18"/>
                  </a:cubicBezTo>
                  <a:cubicBezTo>
                    <a:pt x="377" y="22"/>
                    <a:pt x="377" y="22"/>
                    <a:pt x="377" y="22"/>
                  </a:cubicBezTo>
                  <a:cubicBezTo>
                    <a:pt x="368" y="22"/>
                    <a:pt x="368" y="22"/>
                    <a:pt x="368" y="22"/>
                  </a:cubicBezTo>
                  <a:close/>
                  <a:moveTo>
                    <a:pt x="440" y="2"/>
                  </a:moveTo>
                  <a:cubicBezTo>
                    <a:pt x="441" y="20"/>
                    <a:pt x="441" y="20"/>
                    <a:pt x="441" y="20"/>
                  </a:cubicBezTo>
                  <a:cubicBezTo>
                    <a:pt x="440" y="20"/>
                    <a:pt x="440" y="20"/>
                    <a:pt x="440" y="20"/>
                  </a:cubicBezTo>
                  <a:cubicBezTo>
                    <a:pt x="438" y="14"/>
                    <a:pt x="436" y="11"/>
                    <a:pt x="433" y="8"/>
                  </a:cubicBezTo>
                  <a:cubicBezTo>
                    <a:pt x="430" y="6"/>
                    <a:pt x="427" y="5"/>
                    <a:pt x="423" y="5"/>
                  </a:cubicBezTo>
                  <a:cubicBezTo>
                    <a:pt x="420" y="5"/>
                    <a:pt x="417" y="6"/>
                    <a:pt x="414" y="8"/>
                  </a:cubicBezTo>
                  <a:cubicBezTo>
                    <a:pt x="412" y="9"/>
                    <a:pt x="410" y="12"/>
                    <a:pt x="408" y="16"/>
                  </a:cubicBezTo>
                  <a:cubicBezTo>
                    <a:pt x="407" y="19"/>
                    <a:pt x="406" y="24"/>
                    <a:pt x="406" y="30"/>
                  </a:cubicBezTo>
                  <a:cubicBezTo>
                    <a:pt x="406" y="34"/>
                    <a:pt x="407" y="38"/>
                    <a:pt x="408" y="42"/>
                  </a:cubicBezTo>
                  <a:cubicBezTo>
                    <a:pt x="409" y="45"/>
                    <a:pt x="412" y="48"/>
                    <a:pt x="414" y="49"/>
                  </a:cubicBezTo>
                  <a:cubicBezTo>
                    <a:pt x="417" y="51"/>
                    <a:pt x="420" y="52"/>
                    <a:pt x="424" y="52"/>
                  </a:cubicBezTo>
                  <a:cubicBezTo>
                    <a:pt x="427" y="52"/>
                    <a:pt x="430" y="51"/>
                    <a:pt x="432" y="50"/>
                  </a:cubicBezTo>
                  <a:cubicBezTo>
                    <a:pt x="435" y="49"/>
                    <a:pt x="438" y="46"/>
                    <a:pt x="440" y="42"/>
                  </a:cubicBezTo>
                  <a:cubicBezTo>
                    <a:pt x="442" y="42"/>
                    <a:pt x="442" y="42"/>
                    <a:pt x="442" y="42"/>
                  </a:cubicBezTo>
                  <a:cubicBezTo>
                    <a:pt x="439" y="47"/>
                    <a:pt x="436" y="50"/>
                    <a:pt x="433" y="52"/>
                  </a:cubicBezTo>
                  <a:cubicBezTo>
                    <a:pt x="430" y="54"/>
                    <a:pt x="426" y="56"/>
                    <a:pt x="422" y="56"/>
                  </a:cubicBezTo>
                  <a:cubicBezTo>
                    <a:pt x="414" y="56"/>
                    <a:pt x="407" y="52"/>
                    <a:pt x="403" y="46"/>
                  </a:cubicBezTo>
                  <a:cubicBezTo>
                    <a:pt x="400" y="42"/>
                    <a:pt x="398" y="36"/>
                    <a:pt x="398" y="30"/>
                  </a:cubicBezTo>
                  <a:cubicBezTo>
                    <a:pt x="398" y="25"/>
                    <a:pt x="399" y="20"/>
                    <a:pt x="401" y="16"/>
                  </a:cubicBezTo>
                  <a:cubicBezTo>
                    <a:pt x="403" y="12"/>
                    <a:pt x="406" y="8"/>
                    <a:pt x="410" y="6"/>
                  </a:cubicBezTo>
                  <a:cubicBezTo>
                    <a:pt x="414" y="4"/>
                    <a:pt x="418" y="3"/>
                    <a:pt x="422" y="3"/>
                  </a:cubicBezTo>
                  <a:cubicBezTo>
                    <a:pt x="426" y="3"/>
                    <a:pt x="429" y="4"/>
                    <a:pt x="433" y="6"/>
                  </a:cubicBezTo>
                  <a:cubicBezTo>
                    <a:pt x="434" y="6"/>
                    <a:pt x="434" y="6"/>
                    <a:pt x="435" y="6"/>
                  </a:cubicBezTo>
                  <a:cubicBezTo>
                    <a:pt x="436" y="6"/>
                    <a:pt x="436" y="6"/>
                    <a:pt x="436" y="6"/>
                  </a:cubicBezTo>
                  <a:cubicBezTo>
                    <a:pt x="437" y="5"/>
                    <a:pt x="438" y="4"/>
                    <a:pt x="438" y="3"/>
                  </a:cubicBezTo>
                  <a:cubicBezTo>
                    <a:pt x="440" y="2"/>
                    <a:pt x="440" y="2"/>
                    <a:pt x="440" y="2"/>
                  </a:cubicBezTo>
                  <a:close/>
                  <a:moveTo>
                    <a:pt x="460" y="1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3" y="22"/>
                    <a:pt x="465" y="21"/>
                    <a:pt x="466" y="20"/>
                  </a:cubicBezTo>
                  <a:cubicBezTo>
                    <a:pt x="468" y="19"/>
                    <a:pt x="470" y="18"/>
                    <a:pt x="471" y="18"/>
                  </a:cubicBezTo>
                  <a:cubicBezTo>
                    <a:pt x="473" y="18"/>
                    <a:pt x="475" y="19"/>
                    <a:pt x="476" y="20"/>
                  </a:cubicBezTo>
                  <a:cubicBezTo>
                    <a:pt x="477" y="21"/>
                    <a:pt x="478" y="23"/>
                    <a:pt x="479" y="25"/>
                  </a:cubicBezTo>
                  <a:cubicBezTo>
                    <a:pt x="479" y="27"/>
                    <a:pt x="480" y="30"/>
                    <a:pt x="480" y="34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0" y="48"/>
                    <a:pt x="480" y="50"/>
                    <a:pt x="480" y="50"/>
                  </a:cubicBezTo>
                  <a:cubicBezTo>
                    <a:pt x="480" y="51"/>
                    <a:pt x="481" y="52"/>
                    <a:pt x="481" y="52"/>
                  </a:cubicBezTo>
                  <a:cubicBezTo>
                    <a:pt x="482" y="52"/>
                    <a:pt x="483" y="52"/>
                    <a:pt x="484" y="52"/>
                  </a:cubicBezTo>
                  <a:cubicBezTo>
                    <a:pt x="484" y="54"/>
                    <a:pt x="484" y="54"/>
                    <a:pt x="484" y="54"/>
                  </a:cubicBezTo>
                  <a:cubicBezTo>
                    <a:pt x="468" y="54"/>
                    <a:pt x="468" y="54"/>
                    <a:pt x="468" y="54"/>
                  </a:cubicBezTo>
                  <a:cubicBezTo>
                    <a:pt x="468" y="52"/>
                    <a:pt x="468" y="52"/>
                    <a:pt x="468" y="52"/>
                  </a:cubicBezTo>
                  <a:cubicBezTo>
                    <a:pt x="469" y="52"/>
                    <a:pt x="469" y="52"/>
                    <a:pt x="469" y="52"/>
                  </a:cubicBezTo>
                  <a:cubicBezTo>
                    <a:pt x="471" y="52"/>
                    <a:pt x="472" y="52"/>
                    <a:pt x="472" y="52"/>
                  </a:cubicBezTo>
                  <a:cubicBezTo>
                    <a:pt x="473" y="51"/>
                    <a:pt x="474" y="50"/>
                    <a:pt x="474" y="50"/>
                  </a:cubicBezTo>
                  <a:cubicBezTo>
                    <a:pt x="474" y="49"/>
                    <a:pt x="474" y="48"/>
                    <a:pt x="474" y="46"/>
                  </a:cubicBezTo>
                  <a:cubicBezTo>
                    <a:pt x="474" y="34"/>
                    <a:pt x="474" y="34"/>
                    <a:pt x="474" y="34"/>
                  </a:cubicBezTo>
                  <a:cubicBezTo>
                    <a:pt x="474" y="30"/>
                    <a:pt x="474" y="28"/>
                    <a:pt x="473" y="27"/>
                  </a:cubicBezTo>
                  <a:cubicBezTo>
                    <a:pt x="473" y="26"/>
                    <a:pt x="472" y="25"/>
                    <a:pt x="472" y="24"/>
                  </a:cubicBezTo>
                  <a:cubicBezTo>
                    <a:pt x="471" y="24"/>
                    <a:pt x="470" y="23"/>
                    <a:pt x="469" y="23"/>
                  </a:cubicBezTo>
                  <a:cubicBezTo>
                    <a:pt x="468" y="23"/>
                    <a:pt x="466" y="24"/>
                    <a:pt x="465" y="24"/>
                  </a:cubicBezTo>
                  <a:cubicBezTo>
                    <a:pt x="464" y="25"/>
                    <a:pt x="462" y="26"/>
                    <a:pt x="461" y="28"/>
                  </a:cubicBezTo>
                  <a:cubicBezTo>
                    <a:pt x="461" y="46"/>
                    <a:pt x="461" y="46"/>
                    <a:pt x="461" y="46"/>
                  </a:cubicBezTo>
                  <a:cubicBezTo>
                    <a:pt x="461" y="48"/>
                    <a:pt x="461" y="50"/>
                    <a:pt x="461" y="50"/>
                  </a:cubicBezTo>
                  <a:cubicBezTo>
                    <a:pt x="462" y="51"/>
                    <a:pt x="462" y="52"/>
                    <a:pt x="462" y="52"/>
                  </a:cubicBezTo>
                  <a:cubicBezTo>
                    <a:pt x="463" y="52"/>
                    <a:pt x="464" y="52"/>
                    <a:pt x="466" y="52"/>
                  </a:cubicBezTo>
                  <a:cubicBezTo>
                    <a:pt x="466" y="54"/>
                    <a:pt x="466" y="54"/>
                    <a:pt x="466" y="54"/>
                  </a:cubicBezTo>
                  <a:cubicBezTo>
                    <a:pt x="450" y="54"/>
                    <a:pt x="450" y="54"/>
                    <a:pt x="450" y="54"/>
                  </a:cubicBezTo>
                  <a:cubicBezTo>
                    <a:pt x="450" y="52"/>
                    <a:pt x="450" y="52"/>
                    <a:pt x="450" y="52"/>
                  </a:cubicBezTo>
                  <a:cubicBezTo>
                    <a:pt x="451" y="52"/>
                    <a:pt x="452" y="52"/>
                    <a:pt x="453" y="52"/>
                  </a:cubicBezTo>
                  <a:cubicBezTo>
                    <a:pt x="454" y="51"/>
                    <a:pt x="454" y="51"/>
                    <a:pt x="454" y="50"/>
                  </a:cubicBezTo>
                  <a:cubicBezTo>
                    <a:pt x="455" y="49"/>
                    <a:pt x="455" y="48"/>
                    <a:pt x="455" y="46"/>
                  </a:cubicBezTo>
                  <a:cubicBezTo>
                    <a:pt x="455" y="15"/>
                    <a:pt x="455" y="15"/>
                    <a:pt x="455" y="15"/>
                  </a:cubicBezTo>
                  <a:cubicBezTo>
                    <a:pt x="455" y="11"/>
                    <a:pt x="455" y="8"/>
                    <a:pt x="454" y="8"/>
                  </a:cubicBezTo>
                  <a:cubicBezTo>
                    <a:pt x="454" y="7"/>
                    <a:pt x="454" y="6"/>
                    <a:pt x="454" y="6"/>
                  </a:cubicBezTo>
                  <a:cubicBezTo>
                    <a:pt x="453" y="5"/>
                    <a:pt x="453" y="5"/>
                    <a:pt x="452" y="5"/>
                  </a:cubicBezTo>
                  <a:cubicBezTo>
                    <a:pt x="452" y="5"/>
                    <a:pt x="451" y="5"/>
                    <a:pt x="450" y="6"/>
                  </a:cubicBezTo>
                  <a:cubicBezTo>
                    <a:pt x="449" y="4"/>
                    <a:pt x="449" y="4"/>
                    <a:pt x="449" y="4"/>
                  </a:cubicBezTo>
                  <a:cubicBezTo>
                    <a:pt x="459" y="0"/>
                    <a:pt x="459" y="0"/>
                    <a:pt x="459" y="0"/>
                  </a:cubicBezTo>
                  <a:cubicBezTo>
                    <a:pt x="460" y="1"/>
                    <a:pt x="460" y="1"/>
                    <a:pt x="460" y="1"/>
                  </a:cubicBezTo>
                  <a:close/>
                  <a:moveTo>
                    <a:pt x="499" y="1"/>
                  </a:moveTo>
                  <a:cubicBezTo>
                    <a:pt x="500" y="1"/>
                    <a:pt x="501" y="1"/>
                    <a:pt x="501" y="2"/>
                  </a:cubicBezTo>
                  <a:cubicBezTo>
                    <a:pt x="502" y="3"/>
                    <a:pt x="502" y="4"/>
                    <a:pt x="502" y="5"/>
                  </a:cubicBezTo>
                  <a:cubicBezTo>
                    <a:pt x="502" y="6"/>
                    <a:pt x="502" y="7"/>
                    <a:pt x="501" y="8"/>
                  </a:cubicBezTo>
                  <a:cubicBezTo>
                    <a:pt x="500" y="8"/>
                    <a:pt x="500" y="9"/>
                    <a:pt x="499" y="9"/>
                  </a:cubicBezTo>
                  <a:cubicBezTo>
                    <a:pt x="498" y="9"/>
                    <a:pt x="497" y="8"/>
                    <a:pt x="496" y="8"/>
                  </a:cubicBezTo>
                  <a:cubicBezTo>
                    <a:pt x="496" y="7"/>
                    <a:pt x="495" y="6"/>
                    <a:pt x="495" y="5"/>
                  </a:cubicBezTo>
                  <a:cubicBezTo>
                    <a:pt x="495" y="4"/>
                    <a:pt x="496" y="3"/>
                    <a:pt x="496" y="2"/>
                  </a:cubicBezTo>
                  <a:cubicBezTo>
                    <a:pt x="497" y="1"/>
                    <a:pt x="498" y="1"/>
                    <a:pt x="499" y="1"/>
                  </a:cubicBezTo>
                  <a:close/>
                  <a:moveTo>
                    <a:pt x="502" y="19"/>
                  </a:moveTo>
                  <a:cubicBezTo>
                    <a:pt x="502" y="46"/>
                    <a:pt x="502" y="46"/>
                    <a:pt x="502" y="46"/>
                  </a:cubicBezTo>
                  <a:cubicBezTo>
                    <a:pt x="502" y="48"/>
                    <a:pt x="502" y="50"/>
                    <a:pt x="502" y="50"/>
                  </a:cubicBezTo>
                  <a:cubicBezTo>
                    <a:pt x="503" y="51"/>
                    <a:pt x="503" y="52"/>
                    <a:pt x="504" y="52"/>
                  </a:cubicBezTo>
                  <a:cubicBezTo>
                    <a:pt x="504" y="52"/>
                    <a:pt x="505" y="52"/>
                    <a:pt x="507" y="52"/>
                  </a:cubicBezTo>
                  <a:cubicBezTo>
                    <a:pt x="507" y="54"/>
                    <a:pt x="507" y="54"/>
                    <a:pt x="507" y="54"/>
                  </a:cubicBezTo>
                  <a:cubicBezTo>
                    <a:pt x="491" y="54"/>
                    <a:pt x="491" y="54"/>
                    <a:pt x="491" y="54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2" y="52"/>
                    <a:pt x="494" y="52"/>
                    <a:pt x="494" y="52"/>
                  </a:cubicBezTo>
                  <a:cubicBezTo>
                    <a:pt x="494" y="52"/>
                    <a:pt x="495" y="51"/>
                    <a:pt x="495" y="50"/>
                  </a:cubicBezTo>
                  <a:cubicBezTo>
                    <a:pt x="496" y="50"/>
                    <a:pt x="496" y="48"/>
                    <a:pt x="496" y="46"/>
                  </a:cubicBezTo>
                  <a:cubicBezTo>
                    <a:pt x="496" y="33"/>
                    <a:pt x="496" y="33"/>
                    <a:pt x="496" y="33"/>
                  </a:cubicBezTo>
                  <a:cubicBezTo>
                    <a:pt x="496" y="29"/>
                    <a:pt x="496" y="27"/>
                    <a:pt x="495" y="26"/>
                  </a:cubicBezTo>
                  <a:cubicBezTo>
                    <a:pt x="495" y="25"/>
                    <a:pt x="495" y="24"/>
                    <a:pt x="494" y="24"/>
                  </a:cubicBezTo>
                  <a:cubicBezTo>
                    <a:pt x="494" y="24"/>
                    <a:pt x="494" y="24"/>
                    <a:pt x="493" y="24"/>
                  </a:cubicBezTo>
                  <a:cubicBezTo>
                    <a:pt x="492" y="24"/>
                    <a:pt x="491" y="24"/>
                    <a:pt x="490" y="24"/>
                  </a:cubicBezTo>
                  <a:cubicBezTo>
                    <a:pt x="490" y="23"/>
                    <a:pt x="490" y="23"/>
                    <a:pt x="490" y="23"/>
                  </a:cubicBezTo>
                  <a:cubicBezTo>
                    <a:pt x="500" y="19"/>
                    <a:pt x="500" y="19"/>
                    <a:pt x="500" y="19"/>
                  </a:cubicBezTo>
                  <a:cubicBezTo>
                    <a:pt x="502" y="19"/>
                    <a:pt x="502" y="19"/>
                    <a:pt x="502" y="19"/>
                  </a:cubicBezTo>
                  <a:close/>
                  <a:moveTo>
                    <a:pt x="524" y="26"/>
                  </a:moveTo>
                  <a:cubicBezTo>
                    <a:pt x="528" y="21"/>
                    <a:pt x="532" y="19"/>
                    <a:pt x="535" y="19"/>
                  </a:cubicBezTo>
                  <a:cubicBezTo>
                    <a:pt x="536" y="19"/>
                    <a:pt x="538" y="19"/>
                    <a:pt x="540" y="20"/>
                  </a:cubicBezTo>
                  <a:cubicBezTo>
                    <a:pt x="541" y="21"/>
                    <a:pt x="542" y="22"/>
                    <a:pt x="543" y="24"/>
                  </a:cubicBezTo>
                  <a:cubicBezTo>
                    <a:pt x="543" y="26"/>
                    <a:pt x="544" y="28"/>
                    <a:pt x="544" y="31"/>
                  </a:cubicBezTo>
                  <a:cubicBezTo>
                    <a:pt x="544" y="46"/>
                    <a:pt x="544" y="46"/>
                    <a:pt x="544" y="46"/>
                  </a:cubicBezTo>
                  <a:cubicBezTo>
                    <a:pt x="544" y="48"/>
                    <a:pt x="544" y="49"/>
                    <a:pt x="544" y="50"/>
                  </a:cubicBezTo>
                  <a:cubicBezTo>
                    <a:pt x="544" y="51"/>
                    <a:pt x="545" y="51"/>
                    <a:pt x="545" y="52"/>
                  </a:cubicBezTo>
                  <a:cubicBezTo>
                    <a:pt x="546" y="52"/>
                    <a:pt x="547" y="52"/>
                    <a:pt x="548" y="52"/>
                  </a:cubicBezTo>
                  <a:cubicBezTo>
                    <a:pt x="548" y="53"/>
                    <a:pt x="548" y="53"/>
                    <a:pt x="548" y="53"/>
                  </a:cubicBezTo>
                  <a:cubicBezTo>
                    <a:pt x="532" y="53"/>
                    <a:pt x="532" y="53"/>
                    <a:pt x="532" y="53"/>
                  </a:cubicBezTo>
                  <a:cubicBezTo>
                    <a:pt x="532" y="52"/>
                    <a:pt x="532" y="52"/>
                    <a:pt x="532" y="52"/>
                  </a:cubicBezTo>
                  <a:cubicBezTo>
                    <a:pt x="533" y="52"/>
                    <a:pt x="533" y="52"/>
                    <a:pt x="533" y="52"/>
                  </a:cubicBezTo>
                  <a:cubicBezTo>
                    <a:pt x="535" y="52"/>
                    <a:pt x="536" y="52"/>
                    <a:pt x="536" y="51"/>
                  </a:cubicBezTo>
                  <a:cubicBezTo>
                    <a:pt x="537" y="51"/>
                    <a:pt x="538" y="50"/>
                    <a:pt x="538" y="49"/>
                  </a:cubicBezTo>
                  <a:cubicBezTo>
                    <a:pt x="538" y="49"/>
                    <a:pt x="538" y="48"/>
                    <a:pt x="538" y="46"/>
                  </a:cubicBezTo>
                  <a:cubicBezTo>
                    <a:pt x="538" y="32"/>
                    <a:pt x="538" y="32"/>
                    <a:pt x="538" y="32"/>
                  </a:cubicBezTo>
                  <a:cubicBezTo>
                    <a:pt x="538" y="28"/>
                    <a:pt x="537" y="26"/>
                    <a:pt x="536" y="25"/>
                  </a:cubicBezTo>
                  <a:cubicBezTo>
                    <a:pt x="536" y="24"/>
                    <a:pt x="534" y="23"/>
                    <a:pt x="532" y="23"/>
                  </a:cubicBezTo>
                  <a:cubicBezTo>
                    <a:pt x="530" y="23"/>
                    <a:pt x="527" y="24"/>
                    <a:pt x="524" y="28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8"/>
                    <a:pt x="524" y="49"/>
                    <a:pt x="524" y="50"/>
                  </a:cubicBezTo>
                  <a:cubicBezTo>
                    <a:pt x="525" y="51"/>
                    <a:pt x="525" y="51"/>
                    <a:pt x="526" y="52"/>
                  </a:cubicBezTo>
                  <a:cubicBezTo>
                    <a:pt x="526" y="52"/>
                    <a:pt x="527" y="52"/>
                    <a:pt x="529" y="52"/>
                  </a:cubicBezTo>
                  <a:cubicBezTo>
                    <a:pt x="529" y="53"/>
                    <a:pt x="529" y="53"/>
                    <a:pt x="529" y="53"/>
                  </a:cubicBezTo>
                  <a:cubicBezTo>
                    <a:pt x="513" y="53"/>
                    <a:pt x="513" y="53"/>
                    <a:pt x="513" y="53"/>
                  </a:cubicBezTo>
                  <a:cubicBezTo>
                    <a:pt x="513" y="52"/>
                    <a:pt x="513" y="52"/>
                    <a:pt x="513" y="52"/>
                  </a:cubicBezTo>
                  <a:cubicBezTo>
                    <a:pt x="514" y="52"/>
                    <a:pt x="514" y="52"/>
                    <a:pt x="514" y="52"/>
                  </a:cubicBezTo>
                  <a:cubicBezTo>
                    <a:pt x="516" y="52"/>
                    <a:pt x="517" y="52"/>
                    <a:pt x="517" y="51"/>
                  </a:cubicBezTo>
                  <a:cubicBezTo>
                    <a:pt x="518" y="50"/>
                    <a:pt x="518" y="48"/>
                    <a:pt x="518" y="46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8" y="26"/>
                    <a:pt x="518" y="25"/>
                  </a:cubicBezTo>
                  <a:cubicBezTo>
                    <a:pt x="518" y="24"/>
                    <a:pt x="517" y="24"/>
                    <a:pt x="517" y="23"/>
                  </a:cubicBezTo>
                  <a:cubicBezTo>
                    <a:pt x="516" y="23"/>
                    <a:pt x="516" y="23"/>
                    <a:pt x="515" y="23"/>
                  </a:cubicBezTo>
                  <a:cubicBezTo>
                    <a:pt x="514" y="23"/>
                    <a:pt x="514" y="23"/>
                    <a:pt x="513" y="23"/>
                  </a:cubicBezTo>
                  <a:cubicBezTo>
                    <a:pt x="512" y="22"/>
                    <a:pt x="512" y="22"/>
                    <a:pt x="512" y="22"/>
                  </a:cubicBezTo>
                  <a:cubicBezTo>
                    <a:pt x="522" y="18"/>
                    <a:pt x="522" y="18"/>
                    <a:pt x="522" y="18"/>
                  </a:cubicBezTo>
                  <a:cubicBezTo>
                    <a:pt x="524" y="18"/>
                    <a:pt x="524" y="18"/>
                    <a:pt x="524" y="18"/>
                  </a:cubicBezTo>
                  <a:cubicBezTo>
                    <a:pt x="524" y="26"/>
                    <a:pt x="524" y="26"/>
                    <a:pt x="524" y="26"/>
                  </a:cubicBezTo>
                  <a:close/>
                  <a:moveTo>
                    <a:pt x="573" y="49"/>
                  </a:moveTo>
                  <a:cubicBezTo>
                    <a:pt x="570" y="52"/>
                    <a:pt x="568" y="53"/>
                    <a:pt x="567" y="54"/>
                  </a:cubicBezTo>
                  <a:cubicBezTo>
                    <a:pt x="566" y="54"/>
                    <a:pt x="564" y="54"/>
                    <a:pt x="563" y="54"/>
                  </a:cubicBezTo>
                  <a:cubicBezTo>
                    <a:pt x="560" y="54"/>
                    <a:pt x="559" y="54"/>
                    <a:pt x="557" y="52"/>
                  </a:cubicBezTo>
                  <a:cubicBezTo>
                    <a:pt x="556" y="50"/>
                    <a:pt x="555" y="48"/>
                    <a:pt x="555" y="46"/>
                  </a:cubicBezTo>
                  <a:cubicBezTo>
                    <a:pt x="555" y="44"/>
                    <a:pt x="556" y="42"/>
                    <a:pt x="556" y="41"/>
                  </a:cubicBezTo>
                  <a:cubicBezTo>
                    <a:pt x="557" y="40"/>
                    <a:pt x="559" y="38"/>
                    <a:pt x="562" y="36"/>
                  </a:cubicBezTo>
                  <a:cubicBezTo>
                    <a:pt x="564" y="35"/>
                    <a:pt x="568" y="33"/>
                    <a:pt x="574" y="31"/>
                  </a:cubicBezTo>
                  <a:cubicBezTo>
                    <a:pt x="574" y="30"/>
                    <a:pt x="574" y="30"/>
                    <a:pt x="574" y="30"/>
                  </a:cubicBezTo>
                  <a:cubicBezTo>
                    <a:pt x="574" y="26"/>
                    <a:pt x="573" y="24"/>
                    <a:pt x="572" y="23"/>
                  </a:cubicBezTo>
                  <a:cubicBezTo>
                    <a:pt x="571" y="22"/>
                    <a:pt x="570" y="21"/>
                    <a:pt x="568" y="21"/>
                  </a:cubicBezTo>
                  <a:cubicBezTo>
                    <a:pt x="566" y="21"/>
                    <a:pt x="565" y="21"/>
                    <a:pt x="564" y="22"/>
                  </a:cubicBezTo>
                  <a:cubicBezTo>
                    <a:pt x="563" y="23"/>
                    <a:pt x="563" y="24"/>
                    <a:pt x="563" y="25"/>
                  </a:cubicBezTo>
                  <a:cubicBezTo>
                    <a:pt x="563" y="27"/>
                    <a:pt x="563" y="27"/>
                    <a:pt x="563" y="27"/>
                  </a:cubicBezTo>
                  <a:cubicBezTo>
                    <a:pt x="563" y="28"/>
                    <a:pt x="562" y="29"/>
                    <a:pt x="562" y="30"/>
                  </a:cubicBezTo>
                  <a:cubicBezTo>
                    <a:pt x="562" y="30"/>
                    <a:pt x="561" y="30"/>
                    <a:pt x="560" y="30"/>
                  </a:cubicBezTo>
                  <a:cubicBezTo>
                    <a:pt x="559" y="30"/>
                    <a:pt x="558" y="30"/>
                    <a:pt x="558" y="30"/>
                  </a:cubicBezTo>
                  <a:cubicBezTo>
                    <a:pt x="558" y="29"/>
                    <a:pt x="557" y="28"/>
                    <a:pt x="557" y="27"/>
                  </a:cubicBezTo>
                  <a:cubicBezTo>
                    <a:pt x="557" y="25"/>
                    <a:pt x="558" y="23"/>
                    <a:pt x="560" y="21"/>
                  </a:cubicBezTo>
                  <a:cubicBezTo>
                    <a:pt x="562" y="19"/>
                    <a:pt x="566" y="18"/>
                    <a:pt x="569" y="18"/>
                  </a:cubicBezTo>
                  <a:cubicBezTo>
                    <a:pt x="572" y="18"/>
                    <a:pt x="574" y="18"/>
                    <a:pt x="576" y="20"/>
                  </a:cubicBezTo>
                  <a:cubicBezTo>
                    <a:pt x="578" y="20"/>
                    <a:pt x="579" y="22"/>
                    <a:pt x="580" y="23"/>
                  </a:cubicBezTo>
                  <a:cubicBezTo>
                    <a:pt x="580" y="24"/>
                    <a:pt x="580" y="26"/>
                    <a:pt x="580" y="3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0" y="44"/>
                    <a:pt x="580" y="46"/>
                    <a:pt x="580" y="47"/>
                  </a:cubicBezTo>
                  <a:cubicBezTo>
                    <a:pt x="580" y="48"/>
                    <a:pt x="581" y="48"/>
                    <a:pt x="581" y="49"/>
                  </a:cubicBezTo>
                  <a:cubicBezTo>
                    <a:pt x="581" y="49"/>
                    <a:pt x="581" y="49"/>
                    <a:pt x="582" y="49"/>
                  </a:cubicBezTo>
                  <a:cubicBezTo>
                    <a:pt x="582" y="49"/>
                    <a:pt x="582" y="49"/>
                    <a:pt x="583" y="49"/>
                  </a:cubicBezTo>
                  <a:cubicBezTo>
                    <a:pt x="583" y="48"/>
                    <a:pt x="584" y="48"/>
                    <a:pt x="586" y="46"/>
                  </a:cubicBezTo>
                  <a:cubicBezTo>
                    <a:pt x="586" y="48"/>
                    <a:pt x="586" y="48"/>
                    <a:pt x="586" y="48"/>
                  </a:cubicBezTo>
                  <a:cubicBezTo>
                    <a:pt x="583" y="52"/>
                    <a:pt x="580" y="54"/>
                    <a:pt x="578" y="54"/>
                  </a:cubicBezTo>
                  <a:cubicBezTo>
                    <a:pt x="577" y="54"/>
                    <a:pt x="576" y="53"/>
                    <a:pt x="575" y="52"/>
                  </a:cubicBezTo>
                  <a:cubicBezTo>
                    <a:pt x="574" y="52"/>
                    <a:pt x="573" y="51"/>
                    <a:pt x="573" y="49"/>
                  </a:cubicBezTo>
                  <a:close/>
                  <a:moveTo>
                    <a:pt x="573" y="46"/>
                  </a:moveTo>
                  <a:cubicBezTo>
                    <a:pt x="573" y="34"/>
                    <a:pt x="573" y="34"/>
                    <a:pt x="573" y="34"/>
                  </a:cubicBezTo>
                  <a:cubicBezTo>
                    <a:pt x="570" y="35"/>
                    <a:pt x="567" y="36"/>
                    <a:pt x="566" y="37"/>
                  </a:cubicBezTo>
                  <a:cubicBezTo>
                    <a:pt x="564" y="38"/>
                    <a:pt x="563" y="39"/>
                    <a:pt x="562" y="40"/>
                  </a:cubicBezTo>
                  <a:cubicBezTo>
                    <a:pt x="562" y="42"/>
                    <a:pt x="561" y="43"/>
                    <a:pt x="561" y="44"/>
                  </a:cubicBezTo>
                  <a:cubicBezTo>
                    <a:pt x="561" y="46"/>
                    <a:pt x="562" y="48"/>
                    <a:pt x="563" y="49"/>
                  </a:cubicBezTo>
                  <a:cubicBezTo>
                    <a:pt x="564" y="50"/>
                    <a:pt x="565" y="50"/>
                    <a:pt x="566" y="50"/>
                  </a:cubicBezTo>
                  <a:cubicBezTo>
                    <a:pt x="568" y="50"/>
                    <a:pt x="570" y="49"/>
                    <a:pt x="57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34" name="Freeform 36"/>
            <p:cNvSpPr>
              <a:spLocks noEditPoints="1"/>
            </p:cNvSpPr>
            <p:nvPr userDrawn="1"/>
          </p:nvSpPr>
          <p:spPr bwMode="auto">
            <a:xfrm>
              <a:off x="9304400" y="4596116"/>
              <a:ext cx="2255838" cy="300038"/>
            </a:xfrm>
            <a:custGeom>
              <a:avLst/>
              <a:gdLst>
                <a:gd name="T0" fmla="*/ 1465 w 1513"/>
                <a:gd name="T1" fmla="*/ 107 h 200"/>
                <a:gd name="T2" fmla="*/ 1416 w 1513"/>
                <a:gd name="T3" fmla="*/ 130 h 200"/>
                <a:gd name="T4" fmla="*/ 1450 w 1513"/>
                <a:gd name="T5" fmla="*/ 47 h 200"/>
                <a:gd name="T6" fmla="*/ 1458 w 1513"/>
                <a:gd name="T7" fmla="*/ 70 h 200"/>
                <a:gd name="T8" fmla="*/ 1467 w 1513"/>
                <a:gd name="T9" fmla="*/ 146 h 200"/>
                <a:gd name="T10" fmla="*/ 1410 w 1513"/>
                <a:gd name="T11" fmla="*/ 171 h 200"/>
                <a:gd name="T12" fmla="*/ 1408 w 1513"/>
                <a:gd name="T13" fmla="*/ 153 h 200"/>
                <a:gd name="T14" fmla="*/ 1272 w 1513"/>
                <a:gd name="T15" fmla="*/ 125 h 200"/>
                <a:gd name="T16" fmla="*/ 1257 w 1513"/>
                <a:gd name="T17" fmla="*/ 79 h 200"/>
                <a:gd name="T18" fmla="*/ 1298 w 1513"/>
                <a:gd name="T19" fmla="*/ 59 h 200"/>
                <a:gd name="T20" fmla="*/ 1220 w 1513"/>
                <a:gd name="T21" fmla="*/ 139 h 200"/>
                <a:gd name="T22" fmla="*/ 1112 w 1513"/>
                <a:gd name="T23" fmla="*/ 16 h 200"/>
                <a:gd name="T24" fmla="*/ 1064 w 1513"/>
                <a:gd name="T25" fmla="*/ 107 h 200"/>
                <a:gd name="T26" fmla="*/ 1074 w 1513"/>
                <a:gd name="T27" fmla="*/ 95 h 200"/>
                <a:gd name="T28" fmla="*/ 1096 w 1513"/>
                <a:gd name="T29" fmla="*/ 49 h 200"/>
                <a:gd name="T30" fmla="*/ 1098 w 1513"/>
                <a:gd name="T31" fmla="*/ 84 h 200"/>
                <a:gd name="T32" fmla="*/ 1101 w 1513"/>
                <a:gd name="T33" fmla="*/ 154 h 200"/>
                <a:gd name="T34" fmla="*/ 1038 w 1513"/>
                <a:gd name="T35" fmla="*/ 172 h 200"/>
                <a:gd name="T36" fmla="*/ 862 w 1513"/>
                <a:gd name="T37" fmla="*/ 136 h 200"/>
                <a:gd name="T38" fmla="*/ 895 w 1513"/>
                <a:gd name="T39" fmla="*/ 103 h 200"/>
                <a:gd name="T40" fmla="*/ 856 w 1513"/>
                <a:gd name="T41" fmla="*/ 83 h 200"/>
                <a:gd name="T42" fmla="*/ 873 w 1513"/>
                <a:gd name="T43" fmla="*/ 80 h 200"/>
                <a:gd name="T44" fmla="*/ 905 w 1513"/>
                <a:gd name="T45" fmla="*/ 38 h 200"/>
                <a:gd name="T46" fmla="*/ 908 w 1513"/>
                <a:gd name="T47" fmla="*/ 83 h 200"/>
                <a:gd name="T48" fmla="*/ 874 w 1513"/>
                <a:gd name="T49" fmla="*/ 168 h 200"/>
                <a:gd name="T50" fmla="*/ 809 w 1513"/>
                <a:gd name="T51" fmla="*/ 149 h 200"/>
                <a:gd name="T52" fmla="*/ 704 w 1513"/>
                <a:gd name="T53" fmla="*/ 45 h 200"/>
                <a:gd name="T54" fmla="*/ 658 w 1513"/>
                <a:gd name="T55" fmla="*/ 45 h 200"/>
                <a:gd name="T56" fmla="*/ 694 w 1513"/>
                <a:gd name="T57" fmla="*/ 50 h 200"/>
                <a:gd name="T58" fmla="*/ 705 w 1513"/>
                <a:gd name="T59" fmla="*/ 55 h 200"/>
                <a:gd name="T60" fmla="*/ 697 w 1513"/>
                <a:gd name="T61" fmla="*/ 139 h 200"/>
                <a:gd name="T62" fmla="*/ 662 w 1513"/>
                <a:gd name="T63" fmla="*/ 179 h 200"/>
                <a:gd name="T64" fmla="*/ 686 w 1513"/>
                <a:gd name="T65" fmla="*/ 141 h 200"/>
                <a:gd name="T66" fmla="*/ 720 w 1513"/>
                <a:gd name="T67" fmla="*/ 90 h 200"/>
                <a:gd name="T68" fmla="*/ 540 w 1513"/>
                <a:gd name="T69" fmla="*/ 92 h 200"/>
                <a:gd name="T70" fmla="*/ 491 w 1513"/>
                <a:gd name="T71" fmla="*/ 115 h 200"/>
                <a:gd name="T72" fmla="*/ 466 w 1513"/>
                <a:gd name="T73" fmla="*/ 70 h 200"/>
                <a:gd name="T74" fmla="*/ 444 w 1513"/>
                <a:gd name="T75" fmla="*/ 90 h 200"/>
                <a:gd name="T76" fmla="*/ 426 w 1513"/>
                <a:gd name="T77" fmla="*/ 96 h 200"/>
                <a:gd name="T78" fmla="*/ 414 w 1513"/>
                <a:gd name="T79" fmla="*/ 90 h 200"/>
                <a:gd name="T80" fmla="*/ 502 w 1513"/>
                <a:gd name="T81" fmla="*/ 43 h 200"/>
                <a:gd name="T82" fmla="*/ 560 w 1513"/>
                <a:gd name="T83" fmla="*/ 85 h 200"/>
                <a:gd name="T84" fmla="*/ 520 w 1513"/>
                <a:gd name="T85" fmla="*/ 187 h 200"/>
                <a:gd name="T86" fmla="*/ 465 w 1513"/>
                <a:gd name="T87" fmla="*/ 119 h 200"/>
                <a:gd name="T88" fmla="*/ 442 w 1513"/>
                <a:gd name="T89" fmla="*/ 153 h 200"/>
                <a:gd name="T90" fmla="*/ 282 w 1513"/>
                <a:gd name="T91" fmla="*/ 98 h 200"/>
                <a:gd name="T92" fmla="*/ 259 w 1513"/>
                <a:gd name="T93" fmla="*/ 93 h 200"/>
                <a:gd name="T94" fmla="*/ 226 w 1513"/>
                <a:gd name="T95" fmla="*/ 158 h 200"/>
                <a:gd name="T96" fmla="*/ 307 w 1513"/>
                <a:gd name="T97" fmla="*/ 43 h 200"/>
                <a:gd name="T98" fmla="*/ 290 w 1513"/>
                <a:gd name="T99" fmla="*/ 120 h 200"/>
                <a:gd name="T100" fmla="*/ 234 w 1513"/>
                <a:gd name="T101" fmla="*/ 93 h 200"/>
                <a:gd name="T102" fmla="*/ 205 w 1513"/>
                <a:gd name="T103" fmla="*/ 107 h 200"/>
                <a:gd name="T104" fmla="*/ 226 w 1513"/>
                <a:gd name="T105" fmla="*/ 171 h 200"/>
                <a:gd name="T106" fmla="*/ 101 w 1513"/>
                <a:gd name="T107" fmla="*/ 63 h 200"/>
                <a:gd name="T108" fmla="*/ 32 w 1513"/>
                <a:gd name="T109" fmla="*/ 94 h 200"/>
                <a:gd name="T110" fmla="*/ 58 w 1513"/>
                <a:gd name="T111" fmla="*/ 7 h 200"/>
                <a:gd name="T112" fmla="*/ 104 w 1513"/>
                <a:gd name="T113" fmla="*/ 90 h 200"/>
                <a:gd name="T114" fmla="*/ 48 w 1513"/>
                <a:gd name="T115" fmla="*/ 152 h 200"/>
                <a:gd name="T116" fmla="*/ 3 w 1513"/>
                <a:gd name="T117" fmla="*/ 6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13" h="200">
                  <a:moveTo>
                    <a:pt x="1410" y="31"/>
                  </a:moveTo>
                  <a:cubicBezTo>
                    <a:pt x="1410" y="28"/>
                    <a:pt x="1410" y="26"/>
                    <a:pt x="1410" y="23"/>
                  </a:cubicBezTo>
                  <a:cubicBezTo>
                    <a:pt x="1418" y="21"/>
                    <a:pt x="1413" y="3"/>
                    <a:pt x="1421" y="0"/>
                  </a:cubicBezTo>
                  <a:cubicBezTo>
                    <a:pt x="1424" y="0"/>
                    <a:pt x="1424" y="0"/>
                    <a:pt x="1424" y="0"/>
                  </a:cubicBezTo>
                  <a:cubicBezTo>
                    <a:pt x="1425" y="3"/>
                    <a:pt x="1427" y="7"/>
                    <a:pt x="1428" y="11"/>
                  </a:cubicBezTo>
                  <a:cubicBezTo>
                    <a:pt x="1428" y="13"/>
                    <a:pt x="1428" y="15"/>
                    <a:pt x="1428" y="17"/>
                  </a:cubicBezTo>
                  <a:cubicBezTo>
                    <a:pt x="1431" y="30"/>
                    <a:pt x="1429" y="36"/>
                    <a:pt x="1427" y="47"/>
                  </a:cubicBezTo>
                  <a:cubicBezTo>
                    <a:pt x="1414" y="49"/>
                    <a:pt x="1415" y="38"/>
                    <a:pt x="1410" y="31"/>
                  </a:cubicBezTo>
                  <a:close/>
                  <a:moveTo>
                    <a:pt x="1442" y="122"/>
                  </a:moveTo>
                  <a:cubicBezTo>
                    <a:pt x="1442" y="107"/>
                    <a:pt x="1454" y="110"/>
                    <a:pt x="1465" y="107"/>
                  </a:cubicBezTo>
                  <a:cubicBezTo>
                    <a:pt x="1470" y="105"/>
                    <a:pt x="1478" y="101"/>
                    <a:pt x="1482" y="97"/>
                  </a:cubicBezTo>
                  <a:cubicBezTo>
                    <a:pt x="1484" y="95"/>
                    <a:pt x="1484" y="93"/>
                    <a:pt x="1486" y="91"/>
                  </a:cubicBezTo>
                  <a:cubicBezTo>
                    <a:pt x="1485" y="90"/>
                    <a:pt x="1485" y="88"/>
                    <a:pt x="1484" y="87"/>
                  </a:cubicBezTo>
                  <a:cubicBezTo>
                    <a:pt x="1482" y="86"/>
                    <a:pt x="1479" y="83"/>
                    <a:pt x="1477" y="83"/>
                  </a:cubicBezTo>
                  <a:cubicBezTo>
                    <a:pt x="1474" y="81"/>
                    <a:pt x="1470" y="82"/>
                    <a:pt x="1468" y="81"/>
                  </a:cubicBezTo>
                  <a:cubicBezTo>
                    <a:pt x="1452" y="83"/>
                    <a:pt x="1429" y="95"/>
                    <a:pt x="1424" y="105"/>
                  </a:cubicBezTo>
                  <a:cubicBezTo>
                    <a:pt x="1424" y="108"/>
                    <a:pt x="1424" y="111"/>
                    <a:pt x="1424" y="113"/>
                  </a:cubicBezTo>
                  <a:cubicBezTo>
                    <a:pt x="1426" y="115"/>
                    <a:pt x="1428" y="117"/>
                    <a:pt x="1430" y="119"/>
                  </a:cubicBezTo>
                  <a:cubicBezTo>
                    <a:pt x="1430" y="126"/>
                    <a:pt x="1430" y="134"/>
                    <a:pt x="1422" y="135"/>
                  </a:cubicBezTo>
                  <a:cubicBezTo>
                    <a:pt x="1420" y="133"/>
                    <a:pt x="1418" y="132"/>
                    <a:pt x="1416" y="130"/>
                  </a:cubicBezTo>
                  <a:cubicBezTo>
                    <a:pt x="1414" y="132"/>
                    <a:pt x="1413" y="133"/>
                    <a:pt x="1409" y="132"/>
                  </a:cubicBezTo>
                  <a:cubicBezTo>
                    <a:pt x="1407" y="128"/>
                    <a:pt x="1397" y="105"/>
                    <a:pt x="1398" y="102"/>
                  </a:cubicBezTo>
                  <a:cubicBezTo>
                    <a:pt x="1399" y="99"/>
                    <a:pt x="1405" y="97"/>
                    <a:pt x="1408" y="96"/>
                  </a:cubicBezTo>
                  <a:cubicBezTo>
                    <a:pt x="1414" y="93"/>
                    <a:pt x="1418" y="86"/>
                    <a:pt x="1423" y="82"/>
                  </a:cubicBezTo>
                  <a:cubicBezTo>
                    <a:pt x="1426" y="80"/>
                    <a:pt x="1430" y="80"/>
                    <a:pt x="1433" y="79"/>
                  </a:cubicBezTo>
                  <a:cubicBezTo>
                    <a:pt x="1441" y="75"/>
                    <a:pt x="1447" y="65"/>
                    <a:pt x="1454" y="59"/>
                  </a:cubicBezTo>
                  <a:cubicBezTo>
                    <a:pt x="1462" y="51"/>
                    <a:pt x="1472" y="50"/>
                    <a:pt x="1478" y="41"/>
                  </a:cubicBezTo>
                  <a:cubicBezTo>
                    <a:pt x="1478" y="41"/>
                    <a:pt x="1478" y="41"/>
                    <a:pt x="1478" y="40"/>
                  </a:cubicBezTo>
                  <a:cubicBezTo>
                    <a:pt x="1477" y="40"/>
                    <a:pt x="1477" y="40"/>
                    <a:pt x="1477" y="40"/>
                  </a:cubicBezTo>
                  <a:cubicBezTo>
                    <a:pt x="1472" y="45"/>
                    <a:pt x="1459" y="54"/>
                    <a:pt x="1450" y="47"/>
                  </a:cubicBezTo>
                  <a:cubicBezTo>
                    <a:pt x="1446" y="45"/>
                    <a:pt x="1447" y="40"/>
                    <a:pt x="1444" y="37"/>
                  </a:cubicBezTo>
                  <a:cubicBezTo>
                    <a:pt x="1443" y="35"/>
                    <a:pt x="1440" y="34"/>
                    <a:pt x="1440" y="31"/>
                  </a:cubicBezTo>
                  <a:cubicBezTo>
                    <a:pt x="1440" y="29"/>
                    <a:pt x="1441" y="28"/>
                    <a:pt x="1441" y="27"/>
                  </a:cubicBezTo>
                  <a:cubicBezTo>
                    <a:pt x="1447" y="27"/>
                    <a:pt x="1459" y="35"/>
                    <a:pt x="1462" y="38"/>
                  </a:cubicBezTo>
                  <a:cubicBezTo>
                    <a:pt x="1471" y="35"/>
                    <a:pt x="1480" y="33"/>
                    <a:pt x="1488" y="28"/>
                  </a:cubicBezTo>
                  <a:cubicBezTo>
                    <a:pt x="1491" y="26"/>
                    <a:pt x="1496" y="30"/>
                    <a:pt x="1498" y="29"/>
                  </a:cubicBezTo>
                  <a:cubicBezTo>
                    <a:pt x="1502" y="32"/>
                    <a:pt x="1508" y="48"/>
                    <a:pt x="1500" y="52"/>
                  </a:cubicBezTo>
                  <a:cubicBezTo>
                    <a:pt x="1496" y="53"/>
                    <a:pt x="1490" y="53"/>
                    <a:pt x="1486" y="54"/>
                  </a:cubicBezTo>
                  <a:cubicBezTo>
                    <a:pt x="1476" y="56"/>
                    <a:pt x="1464" y="63"/>
                    <a:pt x="1457" y="69"/>
                  </a:cubicBezTo>
                  <a:cubicBezTo>
                    <a:pt x="1457" y="69"/>
                    <a:pt x="1458" y="69"/>
                    <a:pt x="1458" y="70"/>
                  </a:cubicBezTo>
                  <a:cubicBezTo>
                    <a:pt x="1458" y="70"/>
                    <a:pt x="1458" y="70"/>
                    <a:pt x="1458" y="70"/>
                  </a:cubicBezTo>
                  <a:cubicBezTo>
                    <a:pt x="1462" y="71"/>
                    <a:pt x="1469" y="68"/>
                    <a:pt x="1474" y="71"/>
                  </a:cubicBezTo>
                  <a:cubicBezTo>
                    <a:pt x="1485" y="76"/>
                    <a:pt x="1500" y="81"/>
                    <a:pt x="1500" y="99"/>
                  </a:cubicBezTo>
                  <a:cubicBezTo>
                    <a:pt x="1497" y="100"/>
                    <a:pt x="1496" y="102"/>
                    <a:pt x="1494" y="103"/>
                  </a:cubicBezTo>
                  <a:cubicBezTo>
                    <a:pt x="1488" y="105"/>
                    <a:pt x="1482" y="105"/>
                    <a:pt x="1477" y="108"/>
                  </a:cubicBezTo>
                  <a:cubicBezTo>
                    <a:pt x="1477" y="109"/>
                    <a:pt x="1477" y="109"/>
                    <a:pt x="1477" y="110"/>
                  </a:cubicBezTo>
                  <a:cubicBezTo>
                    <a:pt x="1478" y="112"/>
                    <a:pt x="1479" y="113"/>
                    <a:pt x="1479" y="118"/>
                  </a:cubicBezTo>
                  <a:cubicBezTo>
                    <a:pt x="1477" y="119"/>
                    <a:pt x="1478" y="122"/>
                    <a:pt x="1476" y="123"/>
                  </a:cubicBezTo>
                  <a:cubicBezTo>
                    <a:pt x="1472" y="130"/>
                    <a:pt x="1465" y="135"/>
                    <a:pt x="1463" y="142"/>
                  </a:cubicBezTo>
                  <a:cubicBezTo>
                    <a:pt x="1464" y="143"/>
                    <a:pt x="1466" y="145"/>
                    <a:pt x="1467" y="146"/>
                  </a:cubicBezTo>
                  <a:cubicBezTo>
                    <a:pt x="1476" y="149"/>
                    <a:pt x="1513" y="129"/>
                    <a:pt x="1508" y="151"/>
                  </a:cubicBezTo>
                  <a:cubicBezTo>
                    <a:pt x="1507" y="154"/>
                    <a:pt x="1505" y="156"/>
                    <a:pt x="1504" y="158"/>
                  </a:cubicBezTo>
                  <a:cubicBezTo>
                    <a:pt x="1500" y="158"/>
                    <a:pt x="1498" y="157"/>
                    <a:pt x="1495" y="157"/>
                  </a:cubicBezTo>
                  <a:cubicBezTo>
                    <a:pt x="1490" y="155"/>
                    <a:pt x="1472" y="161"/>
                    <a:pt x="1469" y="163"/>
                  </a:cubicBezTo>
                  <a:cubicBezTo>
                    <a:pt x="1470" y="169"/>
                    <a:pt x="1471" y="175"/>
                    <a:pt x="1471" y="182"/>
                  </a:cubicBezTo>
                  <a:cubicBezTo>
                    <a:pt x="1469" y="183"/>
                    <a:pt x="1469" y="185"/>
                    <a:pt x="1468" y="186"/>
                  </a:cubicBezTo>
                  <a:cubicBezTo>
                    <a:pt x="1465" y="188"/>
                    <a:pt x="1462" y="187"/>
                    <a:pt x="1458" y="189"/>
                  </a:cubicBezTo>
                  <a:cubicBezTo>
                    <a:pt x="1456" y="190"/>
                    <a:pt x="1453" y="193"/>
                    <a:pt x="1450" y="193"/>
                  </a:cubicBezTo>
                  <a:cubicBezTo>
                    <a:pt x="1432" y="200"/>
                    <a:pt x="1414" y="183"/>
                    <a:pt x="1410" y="171"/>
                  </a:cubicBezTo>
                  <a:cubicBezTo>
                    <a:pt x="1410" y="171"/>
                    <a:pt x="1410" y="171"/>
                    <a:pt x="1410" y="171"/>
                  </a:cubicBezTo>
                  <a:cubicBezTo>
                    <a:pt x="1416" y="171"/>
                    <a:pt x="1423" y="177"/>
                    <a:pt x="1428" y="179"/>
                  </a:cubicBezTo>
                  <a:cubicBezTo>
                    <a:pt x="1430" y="179"/>
                    <a:pt x="1433" y="179"/>
                    <a:pt x="1435" y="179"/>
                  </a:cubicBezTo>
                  <a:cubicBezTo>
                    <a:pt x="1449" y="179"/>
                    <a:pt x="1457" y="174"/>
                    <a:pt x="1463" y="165"/>
                  </a:cubicBezTo>
                  <a:cubicBezTo>
                    <a:pt x="1463" y="164"/>
                    <a:pt x="1463" y="163"/>
                    <a:pt x="1463" y="162"/>
                  </a:cubicBezTo>
                  <a:cubicBezTo>
                    <a:pt x="1462" y="162"/>
                    <a:pt x="1461" y="161"/>
                    <a:pt x="1460" y="161"/>
                  </a:cubicBezTo>
                  <a:cubicBezTo>
                    <a:pt x="1453" y="158"/>
                    <a:pt x="1440" y="165"/>
                    <a:pt x="1434" y="166"/>
                  </a:cubicBezTo>
                  <a:cubicBezTo>
                    <a:pt x="1428" y="167"/>
                    <a:pt x="1413" y="167"/>
                    <a:pt x="1408" y="164"/>
                  </a:cubicBezTo>
                  <a:cubicBezTo>
                    <a:pt x="1406" y="163"/>
                    <a:pt x="1405" y="161"/>
                    <a:pt x="1404" y="160"/>
                  </a:cubicBezTo>
                  <a:cubicBezTo>
                    <a:pt x="1404" y="159"/>
                    <a:pt x="1404" y="157"/>
                    <a:pt x="1404" y="156"/>
                  </a:cubicBezTo>
                  <a:cubicBezTo>
                    <a:pt x="1406" y="155"/>
                    <a:pt x="1407" y="154"/>
                    <a:pt x="1408" y="153"/>
                  </a:cubicBezTo>
                  <a:cubicBezTo>
                    <a:pt x="1418" y="153"/>
                    <a:pt x="1426" y="153"/>
                    <a:pt x="1436" y="153"/>
                  </a:cubicBezTo>
                  <a:cubicBezTo>
                    <a:pt x="1438" y="152"/>
                    <a:pt x="1442" y="149"/>
                    <a:pt x="1444" y="149"/>
                  </a:cubicBezTo>
                  <a:cubicBezTo>
                    <a:pt x="1448" y="147"/>
                    <a:pt x="1452" y="148"/>
                    <a:pt x="1455" y="147"/>
                  </a:cubicBezTo>
                  <a:cubicBezTo>
                    <a:pt x="1456" y="146"/>
                    <a:pt x="1456" y="146"/>
                    <a:pt x="1457" y="145"/>
                  </a:cubicBezTo>
                  <a:cubicBezTo>
                    <a:pt x="1456" y="143"/>
                    <a:pt x="1454" y="139"/>
                    <a:pt x="1456" y="136"/>
                  </a:cubicBezTo>
                  <a:cubicBezTo>
                    <a:pt x="1458" y="129"/>
                    <a:pt x="1460" y="125"/>
                    <a:pt x="1464" y="118"/>
                  </a:cubicBezTo>
                  <a:cubicBezTo>
                    <a:pt x="1463" y="117"/>
                    <a:pt x="1462" y="117"/>
                    <a:pt x="1461" y="117"/>
                  </a:cubicBezTo>
                  <a:cubicBezTo>
                    <a:pt x="1455" y="118"/>
                    <a:pt x="1451" y="121"/>
                    <a:pt x="1442" y="122"/>
                  </a:cubicBezTo>
                  <a:close/>
                  <a:moveTo>
                    <a:pt x="1272" y="127"/>
                  </a:moveTo>
                  <a:cubicBezTo>
                    <a:pt x="1272" y="125"/>
                    <a:pt x="1271" y="126"/>
                    <a:pt x="1272" y="125"/>
                  </a:cubicBezTo>
                  <a:cubicBezTo>
                    <a:pt x="1274" y="119"/>
                    <a:pt x="1285" y="115"/>
                    <a:pt x="1292" y="119"/>
                  </a:cubicBezTo>
                  <a:cubicBezTo>
                    <a:pt x="1301" y="125"/>
                    <a:pt x="1318" y="137"/>
                    <a:pt x="1316" y="154"/>
                  </a:cubicBezTo>
                  <a:cubicBezTo>
                    <a:pt x="1310" y="157"/>
                    <a:pt x="1309" y="164"/>
                    <a:pt x="1298" y="164"/>
                  </a:cubicBezTo>
                  <a:cubicBezTo>
                    <a:pt x="1298" y="161"/>
                    <a:pt x="1294" y="159"/>
                    <a:pt x="1293" y="157"/>
                  </a:cubicBezTo>
                  <a:cubicBezTo>
                    <a:pt x="1292" y="155"/>
                    <a:pt x="1292" y="152"/>
                    <a:pt x="1291" y="149"/>
                  </a:cubicBezTo>
                  <a:cubicBezTo>
                    <a:pt x="1288" y="143"/>
                    <a:pt x="1279" y="128"/>
                    <a:pt x="1272" y="127"/>
                  </a:cubicBezTo>
                  <a:close/>
                  <a:moveTo>
                    <a:pt x="1216" y="87"/>
                  </a:moveTo>
                  <a:cubicBezTo>
                    <a:pt x="1216" y="86"/>
                    <a:pt x="1217" y="85"/>
                    <a:pt x="1217" y="84"/>
                  </a:cubicBezTo>
                  <a:cubicBezTo>
                    <a:pt x="1222" y="85"/>
                    <a:pt x="1227" y="86"/>
                    <a:pt x="1232" y="87"/>
                  </a:cubicBezTo>
                  <a:cubicBezTo>
                    <a:pt x="1237" y="89"/>
                    <a:pt x="1256" y="82"/>
                    <a:pt x="1257" y="79"/>
                  </a:cubicBezTo>
                  <a:cubicBezTo>
                    <a:pt x="1260" y="74"/>
                    <a:pt x="1260" y="41"/>
                    <a:pt x="1257" y="36"/>
                  </a:cubicBezTo>
                  <a:cubicBezTo>
                    <a:pt x="1255" y="31"/>
                    <a:pt x="1252" y="30"/>
                    <a:pt x="1252" y="23"/>
                  </a:cubicBezTo>
                  <a:cubicBezTo>
                    <a:pt x="1256" y="21"/>
                    <a:pt x="1256" y="20"/>
                    <a:pt x="1264" y="20"/>
                  </a:cubicBezTo>
                  <a:cubicBezTo>
                    <a:pt x="1272" y="26"/>
                    <a:pt x="1273" y="39"/>
                    <a:pt x="1273" y="54"/>
                  </a:cubicBezTo>
                  <a:cubicBezTo>
                    <a:pt x="1273" y="59"/>
                    <a:pt x="1271" y="74"/>
                    <a:pt x="1272" y="74"/>
                  </a:cubicBezTo>
                  <a:cubicBezTo>
                    <a:pt x="1276" y="75"/>
                    <a:pt x="1290" y="70"/>
                    <a:pt x="1293" y="68"/>
                  </a:cubicBezTo>
                  <a:cubicBezTo>
                    <a:pt x="1293" y="63"/>
                    <a:pt x="1292" y="61"/>
                    <a:pt x="1288" y="58"/>
                  </a:cubicBezTo>
                  <a:cubicBezTo>
                    <a:pt x="1288" y="57"/>
                    <a:pt x="1288" y="55"/>
                    <a:pt x="1288" y="53"/>
                  </a:cubicBezTo>
                  <a:cubicBezTo>
                    <a:pt x="1289" y="53"/>
                    <a:pt x="1290" y="54"/>
                    <a:pt x="1290" y="54"/>
                  </a:cubicBezTo>
                  <a:cubicBezTo>
                    <a:pt x="1293" y="55"/>
                    <a:pt x="1295" y="59"/>
                    <a:pt x="1298" y="59"/>
                  </a:cubicBezTo>
                  <a:cubicBezTo>
                    <a:pt x="1306" y="62"/>
                    <a:pt x="1314" y="60"/>
                    <a:pt x="1321" y="63"/>
                  </a:cubicBezTo>
                  <a:cubicBezTo>
                    <a:pt x="1322" y="64"/>
                    <a:pt x="1322" y="63"/>
                    <a:pt x="1322" y="65"/>
                  </a:cubicBezTo>
                  <a:cubicBezTo>
                    <a:pt x="1322" y="67"/>
                    <a:pt x="1322" y="69"/>
                    <a:pt x="1322" y="71"/>
                  </a:cubicBezTo>
                  <a:cubicBezTo>
                    <a:pt x="1321" y="71"/>
                    <a:pt x="1320" y="74"/>
                    <a:pt x="1319" y="75"/>
                  </a:cubicBezTo>
                  <a:cubicBezTo>
                    <a:pt x="1317" y="76"/>
                    <a:pt x="1310" y="75"/>
                    <a:pt x="1308" y="76"/>
                  </a:cubicBezTo>
                  <a:cubicBezTo>
                    <a:pt x="1301" y="79"/>
                    <a:pt x="1273" y="90"/>
                    <a:pt x="1268" y="95"/>
                  </a:cubicBezTo>
                  <a:cubicBezTo>
                    <a:pt x="1264" y="99"/>
                    <a:pt x="1266" y="105"/>
                    <a:pt x="1264" y="110"/>
                  </a:cubicBezTo>
                  <a:cubicBezTo>
                    <a:pt x="1260" y="123"/>
                    <a:pt x="1250" y="153"/>
                    <a:pt x="1232" y="145"/>
                  </a:cubicBezTo>
                  <a:cubicBezTo>
                    <a:pt x="1230" y="145"/>
                    <a:pt x="1229" y="145"/>
                    <a:pt x="1228" y="145"/>
                  </a:cubicBezTo>
                  <a:cubicBezTo>
                    <a:pt x="1225" y="143"/>
                    <a:pt x="1223" y="141"/>
                    <a:pt x="1220" y="139"/>
                  </a:cubicBezTo>
                  <a:cubicBezTo>
                    <a:pt x="1220" y="138"/>
                    <a:pt x="1220" y="137"/>
                    <a:pt x="1220" y="135"/>
                  </a:cubicBezTo>
                  <a:cubicBezTo>
                    <a:pt x="1222" y="135"/>
                    <a:pt x="1225" y="131"/>
                    <a:pt x="1227" y="130"/>
                  </a:cubicBezTo>
                  <a:cubicBezTo>
                    <a:pt x="1232" y="128"/>
                    <a:pt x="1236" y="129"/>
                    <a:pt x="1240" y="127"/>
                  </a:cubicBezTo>
                  <a:cubicBezTo>
                    <a:pt x="1246" y="125"/>
                    <a:pt x="1256" y="107"/>
                    <a:pt x="1254" y="101"/>
                  </a:cubicBezTo>
                  <a:cubicBezTo>
                    <a:pt x="1246" y="100"/>
                    <a:pt x="1236" y="101"/>
                    <a:pt x="1228" y="101"/>
                  </a:cubicBezTo>
                  <a:cubicBezTo>
                    <a:pt x="1225" y="98"/>
                    <a:pt x="1222" y="96"/>
                    <a:pt x="1219" y="93"/>
                  </a:cubicBezTo>
                  <a:cubicBezTo>
                    <a:pt x="1217" y="91"/>
                    <a:pt x="1217" y="88"/>
                    <a:pt x="1216" y="87"/>
                  </a:cubicBezTo>
                  <a:close/>
                  <a:moveTo>
                    <a:pt x="1110" y="21"/>
                  </a:moveTo>
                  <a:cubicBezTo>
                    <a:pt x="1110" y="20"/>
                    <a:pt x="1110" y="19"/>
                    <a:pt x="1110" y="17"/>
                  </a:cubicBezTo>
                  <a:cubicBezTo>
                    <a:pt x="1110" y="17"/>
                    <a:pt x="1111" y="16"/>
                    <a:pt x="1112" y="16"/>
                  </a:cubicBezTo>
                  <a:cubicBezTo>
                    <a:pt x="1124" y="17"/>
                    <a:pt x="1148" y="19"/>
                    <a:pt x="1147" y="35"/>
                  </a:cubicBezTo>
                  <a:cubicBezTo>
                    <a:pt x="1142" y="43"/>
                    <a:pt x="1140" y="49"/>
                    <a:pt x="1128" y="45"/>
                  </a:cubicBezTo>
                  <a:cubicBezTo>
                    <a:pt x="1127" y="43"/>
                    <a:pt x="1126" y="41"/>
                    <a:pt x="1124" y="39"/>
                  </a:cubicBezTo>
                  <a:cubicBezTo>
                    <a:pt x="1123" y="38"/>
                    <a:pt x="1121" y="38"/>
                    <a:pt x="1119" y="37"/>
                  </a:cubicBezTo>
                  <a:cubicBezTo>
                    <a:pt x="1119" y="31"/>
                    <a:pt x="1113" y="23"/>
                    <a:pt x="1110" y="21"/>
                  </a:cubicBezTo>
                  <a:close/>
                  <a:moveTo>
                    <a:pt x="1055" y="126"/>
                  </a:moveTo>
                  <a:cubicBezTo>
                    <a:pt x="1058" y="127"/>
                    <a:pt x="1062" y="127"/>
                    <a:pt x="1064" y="125"/>
                  </a:cubicBezTo>
                  <a:cubicBezTo>
                    <a:pt x="1066" y="124"/>
                    <a:pt x="1068" y="125"/>
                    <a:pt x="1070" y="123"/>
                  </a:cubicBezTo>
                  <a:cubicBezTo>
                    <a:pt x="1074" y="119"/>
                    <a:pt x="1070" y="109"/>
                    <a:pt x="1066" y="107"/>
                  </a:cubicBezTo>
                  <a:cubicBezTo>
                    <a:pt x="1066" y="107"/>
                    <a:pt x="1064" y="107"/>
                    <a:pt x="1064" y="107"/>
                  </a:cubicBezTo>
                  <a:cubicBezTo>
                    <a:pt x="1056" y="125"/>
                    <a:pt x="1056" y="125"/>
                    <a:pt x="1056" y="125"/>
                  </a:cubicBezTo>
                  <a:cubicBezTo>
                    <a:pt x="1056" y="125"/>
                    <a:pt x="1056" y="126"/>
                    <a:pt x="1055" y="126"/>
                  </a:cubicBezTo>
                  <a:close/>
                  <a:moveTo>
                    <a:pt x="1021" y="158"/>
                  </a:moveTo>
                  <a:cubicBezTo>
                    <a:pt x="1021" y="153"/>
                    <a:pt x="1024" y="148"/>
                    <a:pt x="1024" y="143"/>
                  </a:cubicBezTo>
                  <a:cubicBezTo>
                    <a:pt x="1025" y="140"/>
                    <a:pt x="1023" y="136"/>
                    <a:pt x="1024" y="133"/>
                  </a:cubicBezTo>
                  <a:cubicBezTo>
                    <a:pt x="1031" y="132"/>
                    <a:pt x="1042" y="114"/>
                    <a:pt x="1048" y="108"/>
                  </a:cubicBezTo>
                  <a:cubicBezTo>
                    <a:pt x="1051" y="106"/>
                    <a:pt x="1056" y="103"/>
                    <a:pt x="1059" y="102"/>
                  </a:cubicBezTo>
                  <a:cubicBezTo>
                    <a:pt x="1060" y="102"/>
                    <a:pt x="1062" y="102"/>
                    <a:pt x="1063" y="103"/>
                  </a:cubicBezTo>
                  <a:cubicBezTo>
                    <a:pt x="1068" y="104"/>
                    <a:pt x="1072" y="102"/>
                    <a:pt x="1075" y="101"/>
                  </a:cubicBezTo>
                  <a:cubicBezTo>
                    <a:pt x="1075" y="99"/>
                    <a:pt x="1075" y="97"/>
                    <a:pt x="1074" y="95"/>
                  </a:cubicBezTo>
                  <a:cubicBezTo>
                    <a:pt x="1074" y="95"/>
                    <a:pt x="1072" y="92"/>
                    <a:pt x="1072" y="93"/>
                  </a:cubicBezTo>
                  <a:cubicBezTo>
                    <a:pt x="1069" y="93"/>
                    <a:pt x="1067" y="96"/>
                    <a:pt x="1065" y="97"/>
                  </a:cubicBezTo>
                  <a:cubicBezTo>
                    <a:pt x="1064" y="97"/>
                    <a:pt x="1062" y="97"/>
                    <a:pt x="1060" y="97"/>
                  </a:cubicBezTo>
                  <a:cubicBezTo>
                    <a:pt x="1051" y="97"/>
                    <a:pt x="1045" y="88"/>
                    <a:pt x="1047" y="79"/>
                  </a:cubicBezTo>
                  <a:cubicBezTo>
                    <a:pt x="1056" y="81"/>
                    <a:pt x="1069" y="81"/>
                    <a:pt x="1076" y="76"/>
                  </a:cubicBezTo>
                  <a:cubicBezTo>
                    <a:pt x="1078" y="64"/>
                    <a:pt x="1079" y="47"/>
                    <a:pt x="1083" y="37"/>
                  </a:cubicBezTo>
                  <a:cubicBezTo>
                    <a:pt x="1085" y="34"/>
                    <a:pt x="1081" y="25"/>
                    <a:pt x="1084" y="18"/>
                  </a:cubicBezTo>
                  <a:cubicBezTo>
                    <a:pt x="1085" y="18"/>
                    <a:pt x="1087" y="18"/>
                    <a:pt x="1089" y="18"/>
                  </a:cubicBezTo>
                  <a:cubicBezTo>
                    <a:pt x="1090" y="19"/>
                    <a:pt x="1091" y="21"/>
                    <a:pt x="1092" y="22"/>
                  </a:cubicBezTo>
                  <a:cubicBezTo>
                    <a:pt x="1092" y="24"/>
                    <a:pt x="1097" y="47"/>
                    <a:pt x="1096" y="49"/>
                  </a:cubicBezTo>
                  <a:cubicBezTo>
                    <a:pt x="1095" y="53"/>
                    <a:pt x="1090" y="67"/>
                    <a:pt x="1092" y="70"/>
                  </a:cubicBezTo>
                  <a:cubicBezTo>
                    <a:pt x="1092" y="71"/>
                    <a:pt x="1092" y="71"/>
                    <a:pt x="1093" y="71"/>
                  </a:cubicBezTo>
                  <a:cubicBezTo>
                    <a:pt x="1099" y="71"/>
                    <a:pt x="1107" y="67"/>
                    <a:pt x="1109" y="62"/>
                  </a:cubicBezTo>
                  <a:cubicBezTo>
                    <a:pt x="1110" y="58"/>
                    <a:pt x="1107" y="56"/>
                    <a:pt x="1108" y="54"/>
                  </a:cubicBezTo>
                  <a:cubicBezTo>
                    <a:pt x="1108" y="54"/>
                    <a:pt x="1109" y="54"/>
                    <a:pt x="1109" y="54"/>
                  </a:cubicBezTo>
                  <a:cubicBezTo>
                    <a:pt x="1113" y="56"/>
                    <a:pt x="1126" y="58"/>
                    <a:pt x="1132" y="59"/>
                  </a:cubicBezTo>
                  <a:cubicBezTo>
                    <a:pt x="1132" y="61"/>
                    <a:pt x="1132" y="63"/>
                    <a:pt x="1132" y="65"/>
                  </a:cubicBezTo>
                  <a:cubicBezTo>
                    <a:pt x="1131" y="65"/>
                    <a:pt x="1130" y="66"/>
                    <a:pt x="1130" y="66"/>
                  </a:cubicBezTo>
                  <a:cubicBezTo>
                    <a:pt x="1129" y="66"/>
                    <a:pt x="1129" y="65"/>
                    <a:pt x="1129" y="65"/>
                  </a:cubicBezTo>
                  <a:cubicBezTo>
                    <a:pt x="1120" y="68"/>
                    <a:pt x="1100" y="77"/>
                    <a:pt x="1098" y="84"/>
                  </a:cubicBezTo>
                  <a:cubicBezTo>
                    <a:pt x="1096" y="84"/>
                    <a:pt x="1093" y="83"/>
                    <a:pt x="1092" y="85"/>
                  </a:cubicBezTo>
                  <a:cubicBezTo>
                    <a:pt x="1085" y="89"/>
                    <a:pt x="1090" y="98"/>
                    <a:pt x="1088" y="106"/>
                  </a:cubicBezTo>
                  <a:cubicBezTo>
                    <a:pt x="1087" y="109"/>
                    <a:pt x="1086" y="112"/>
                    <a:pt x="1087" y="115"/>
                  </a:cubicBezTo>
                  <a:cubicBezTo>
                    <a:pt x="1088" y="115"/>
                    <a:pt x="1089" y="116"/>
                    <a:pt x="1090" y="116"/>
                  </a:cubicBezTo>
                  <a:cubicBezTo>
                    <a:pt x="1095" y="108"/>
                    <a:pt x="1106" y="105"/>
                    <a:pt x="1114" y="111"/>
                  </a:cubicBezTo>
                  <a:cubicBezTo>
                    <a:pt x="1122" y="117"/>
                    <a:pt x="1116" y="123"/>
                    <a:pt x="1119" y="131"/>
                  </a:cubicBezTo>
                  <a:cubicBezTo>
                    <a:pt x="1120" y="136"/>
                    <a:pt x="1126" y="139"/>
                    <a:pt x="1128" y="145"/>
                  </a:cubicBezTo>
                  <a:cubicBezTo>
                    <a:pt x="1128" y="145"/>
                    <a:pt x="1128" y="147"/>
                    <a:pt x="1129" y="146"/>
                  </a:cubicBezTo>
                  <a:cubicBezTo>
                    <a:pt x="1134" y="161"/>
                    <a:pt x="1113" y="161"/>
                    <a:pt x="1105" y="160"/>
                  </a:cubicBezTo>
                  <a:cubicBezTo>
                    <a:pt x="1104" y="158"/>
                    <a:pt x="1102" y="156"/>
                    <a:pt x="1101" y="154"/>
                  </a:cubicBezTo>
                  <a:cubicBezTo>
                    <a:pt x="1098" y="145"/>
                    <a:pt x="1098" y="133"/>
                    <a:pt x="1090" y="130"/>
                  </a:cubicBezTo>
                  <a:cubicBezTo>
                    <a:pt x="1076" y="139"/>
                    <a:pt x="1092" y="160"/>
                    <a:pt x="1085" y="177"/>
                  </a:cubicBezTo>
                  <a:cubicBezTo>
                    <a:pt x="1085" y="177"/>
                    <a:pt x="1085" y="177"/>
                    <a:pt x="1085" y="177"/>
                  </a:cubicBezTo>
                  <a:cubicBezTo>
                    <a:pt x="1083" y="175"/>
                    <a:pt x="1080" y="175"/>
                    <a:pt x="1079" y="173"/>
                  </a:cubicBezTo>
                  <a:cubicBezTo>
                    <a:pt x="1075" y="170"/>
                    <a:pt x="1072" y="163"/>
                    <a:pt x="1070" y="156"/>
                  </a:cubicBezTo>
                  <a:cubicBezTo>
                    <a:pt x="1068" y="149"/>
                    <a:pt x="1074" y="143"/>
                    <a:pt x="1072" y="139"/>
                  </a:cubicBezTo>
                  <a:cubicBezTo>
                    <a:pt x="1071" y="139"/>
                    <a:pt x="1071" y="138"/>
                    <a:pt x="1070" y="137"/>
                  </a:cubicBezTo>
                  <a:cubicBezTo>
                    <a:pt x="1065" y="137"/>
                    <a:pt x="1056" y="139"/>
                    <a:pt x="1054" y="144"/>
                  </a:cubicBezTo>
                  <a:cubicBezTo>
                    <a:pt x="1053" y="147"/>
                    <a:pt x="1054" y="149"/>
                    <a:pt x="1053" y="151"/>
                  </a:cubicBezTo>
                  <a:cubicBezTo>
                    <a:pt x="1050" y="156"/>
                    <a:pt x="1042" y="170"/>
                    <a:pt x="1038" y="172"/>
                  </a:cubicBezTo>
                  <a:cubicBezTo>
                    <a:pt x="1034" y="173"/>
                    <a:pt x="1030" y="171"/>
                    <a:pt x="1027" y="169"/>
                  </a:cubicBezTo>
                  <a:cubicBezTo>
                    <a:pt x="1028" y="163"/>
                    <a:pt x="1024" y="158"/>
                    <a:pt x="1021" y="158"/>
                  </a:cubicBezTo>
                  <a:close/>
                  <a:moveTo>
                    <a:pt x="913" y="65"/>
                  </a:moveTo>
                  <a:cubicBezTo>
                    <a:pt x="914" y="65"/>
                    <a:pt x="913" y="65"/>
                    <a:pt x="915" y="65"/>
                  </a:cubicBezTo>
                  <a:cubicBezTo>
                    <a:pt x="919" y="64"/>
                    <a:pt x="929" y="61"/>
                    <a:pt x="931" y="58"/>
                  </a:cubicBezTo>
                  <a:cubicBezTo>
                    <a:pt x="931" y="57"/>
                    <a:pt x="931" y="55"/>
                    <a:pt x="931" y="54"/>
                  </a:cubicBezTo>
                  <a:cubicBezTo>
                    <a:pt x="929" y="49"/>
                    <a:pt x="924" y="45"/>
                    <a:pt x="920" y="43"/>
                  </a:cubicBezTo>
                  <a:cubicBezTo>
                    <a:pt x="920" y="43"/>
                    <a:pt x="920" y="43"/>
                    <a:pt x="919" y="43"/>
                  </a:cubicBezTo>
                  <a:cubicBezTo>
                    <a:pt x="917" y="47"/>
                    <a:pt x="913" y="58"/>
                    <a:pt x="913" y="65"/>
                  </a:cubicBezTo>
                  <a:close/>
                  <a:moveTo>
                    <a:pt x="862" y="136"/>
                  </a:moveTo>
                  <a:cubicBezTo>
                    <a:pt x="863" y="139"/>
                    <a:pt x="864" y="143"/>
                    <a:pt x="865" y="147"/>
                  </a:cubicBezTo>
                  <a:cubicBezTo>
                    <a:pt x="870" y="155"/>
                    <a:pt x="887" y="161"/>
                    <a:pt x="898" y="154"/>
                  </a:cubicBezTo>
                  <a:cubicBezTo>
                    <a:pt x="900" y="149"/>
                    <a:pt x="886" y="129"/>
                    <a:pt x="882" y="126"/>
                  </a:cubicBezTo>
                  <a:cubicBezTo>
                    <a:pt x="886" y="126"/>
                    <a:pt x="890" y="126"/>
                    <a:pt x="894" y="126"/>
                  </a:cubicBezTo>
                  <a:cubicBezTo>
                    <a:pt x="896" y="127"/>
                    <a:pt x="913" y="133"/>
                    <a:pt x="914" y="132"/>
                  </a:cubicBezTo>
                  <a:cubicBezTo>
                    <a:pt x="918" y="129"/>
                    <a:pt x="918" y="106"/>
                    <a:pt x="916" y="105"/>
                  </a:cubicBezTo>
                  <a:cubicBezTo>
                    <a:pt x="914" y="104"/>
                    <a:pt x="913" y="104"/>
                    <a:pt x="912" y="104"/>
                  </a:cubicBezTo>
                  <a:cubicBezTo>
                    <a:pt x="910" y="107"/>
                    <a:pt x="907" y="113"/>
                    <a:pt x="904" y="116"/>
                  </a:cubicBezTo>
                  <a:cubicBezTo>
                    <a:pt x="903" y="116"/>
                    <a:pt x="902" y="116"/>
                    <a:pt x="902" y="116"/>
                  </a:cubicBezTo>
                  <a:cubicBezTo>
                    <a:pt x="900" y="112"/>
                    <a:pt x="897" y="108"/>
                    <a:pt x="895" y="103"/>
                  </a:cubicBezTo>
                  <a:cubicBezTo>
                    <a:pt x="893" y="99"/>
                    <a:pt x="896" y="91"/>
                    <a:pt x="894" y="87"/>
                  </a:cubicBezTo>
                  <a:cubicBezTo>
                    <a:pt x="881" y="85"/>
                    <a:pt x="881" y="95"/>
                    <a:pt x="876" y="101"/>
                  </a:cubicBezTo>
                  <a:cubicBezTo>
                    <a:pt x="869" y="111"/>
                    <a:pt x="862" y="119"/>
                    <a:pt x="862" y="136"/>
                  </a:cubicBezTo>
                  <a:close/>
                  <a:moveTo>
                    <a:pt x="801" y="141"/>
                  </a:moveTo>
                  <a:cubicBezTo>
                    <a:pt x="801" y="139"/>
                    <a:pt x="801" y="137"/>
                    <a:pt x="801" y="134"/>
                  </a:cubicBezTo>
                  <a:cubicBezTo>
                    <a:pt x="804" y="132"/>
                    <a:pt x="806" y="128"/>
                    <a:pt x="810" y="126"/>
                  </a:cubicBezTo>
                  <a:cubicBezTo>
                    <a:pt x="808" y="123"/>
                    <a:pt x="808" y="120"/>
                    <a:pt x="808" y="116"/>
                  </a:cubicBezTo>
                  <a:cubicBezTo>
                    <a:pt x="811" y="116"/>
                    <a:pt x="820" y="118"/>
                    <a:pt x="825" y="116"/>
                  </a:cubicBezTo>
                  <a:cubicBezTo>
                    <a:pt x="830" y="115"/>
                    <a:pt x="851" y="107"/>
                    <a:pt x="854" y="104"/>
                  </a:cubicBezTo>
                  <a:cubicBezTo>
                    <a:pt x="856" y="100"/>
                    <a:pt x="854" y="87"/>
                    <a:pt x="856" y="83"/>
                  </a:cubicBezTo>
                  <a:cubicBezTo>
                    <a:pt x="857" y="81"/>
                    <a:pt x="863" y="72"/>
                    <a:pt x="861" y="69"/>
                  </a:cubicBezTo>
                  <a:cubicBezTo>
                    <a:pt x="856" y="62"/>
                    <a:pt x="835" y="75"/>
                    <a:pt x="835" y="59"/>
                  </a:cubicBezTo>
                  <a:cubicBezTo>
                    <a:pt x="836" y="59"/>
                    <a:pt x="836" y="59"/>
                    <a:pt x="837" y="58"/>
                  </a:cubicBezTo>
                  <a:cubicBezTo>
                    <a:pt x="840" y="58"/>
                    <a:pt x="843" y="59"/>
                    <a:pt x="845" y="60"/>
                  </a:cubicBezTo>
                  <a:cubicBezTo>
                    <a:pt x="850" y="57"/>
                    <a:pt x="865" y="52"/>
                    <a:pt x="868" y="47"/>
                  </a:cubicBezTo>
                  <a:cubicBezTo>
                    <a:pt x="873" y="39"/>
                    <a:pt x="871" y="30"/>
                    <a:pt x="878" y="23"/>
                  </a:cubicBezTo>
                  <a:cubicBezTo>
                    <a:pt x="884" y="23"/>
                    <a:pt x="888" y="24"/>
                    <a:pt x="893" y="26"/>
                  </a:cubicBezTo>
                  <a:cubicBezTo>
                    <a:pt x="890" y="36"/>
                    <a:pt x="882" y="41"/>
                    <a:pt x="878" y="49"/>
                  </a:cubicBezTo>
                  <a:cubicBezTo>
                    <a:pt x="875" y="56"/>
                    <a:pt x="874" y="68"/>
                    <a:pt x="873" y="74"/>
                  </a:cubicBezTo>
                  <a:cubicBezTo>
                    <a:pt x="873" y="76"/>
                    <a:pt x="873" y="78"/>
                    <a:pt x="873" y="80"/>
                  </a:cubicBezTo>
                  <a:cubicBezTo>
                    <a:pt x="872" y="80"/>
                    <a:pt x="870" y="88"/>
                    <a:pt x="870" y="90"/>
                  </a:cubicBezTo>
                  <a:cubicBezTo>
                    <a:pt x="871" y="90"/>
                    <a:pt x="871" y="91"/>
                    <a:pt x="871" y="91"/>
                  </a:cubicBezTo>
                  <a:cubicBezTo>
                    <a:pt x="872" y="91"/>
                    <a:pt x="872" y="90"/>
                    <a:pt x="873" y="90"/>
                  </a:cubicBezTo>
                  <a:cubicBezTo>
                    <a:pt x="873" y="90"/>
                    <a:pt x="873" y="90"/>
                    <a:pt x="874" y="90"/>
                  </a:cubicBezTo>
                  <a:cubicBezTo>
                    <a:pt x="875" y="89"/>
                    <a:pt x="877" y="87"/>
                    <a:pt x="877" y="85"/>
                  </a:cubicBezTo>
                  <a:cubicBezTo>
                    <a:pt x="877" y="84"/>
                    <a:pt x="877" y="83"/>
                    <a:pt x="877" y="82"/>
                  </a:cubicBezTo>
                  <a:cubicBezTo>
                    <a:pt x="878" y="80"/>
                    <a:pt x="880" y="79"/>
                    <a:pt x="881" y="77"/>
                  </a:cubicBezTo>
                  <a:cubicBezTo>
                    <a:pt x="887" y="77"/>
                    <a:pt x="895" y="75"/>
                    <a:pt x="897" y="72"/>
                  </a:cubicBezTo>
                  <a:cubicBezTo>
                    <a:pt x="899" y="67"/>
                    <a:pt x="897" y="58"/>
                    <a:pt x="899" y="55"/>
                  </a:cubicBezTo>
                  <a:cubicBezTo>
                    <a:pt x="901" y="51"/>
                    <a:pt x="904" y="42"/>
                    <a:pt x="905" y="38"/>
                  </a:cubicBezTo>
                  <a:cubicBezTo>
                    <a:pt x="907" y="29"/>
                    <a:pt x="898" y="22"/>
                    <a:pt x="903" y="17"/>
                  </a:cubicBezTo>
                  <a:cubicBezTo>
                    <a:pt x="907" y="13"/>
                    <a:pt x="915" y="19"/>
                    <a:pt x="917" y="21"/>
                  </a:cubicBezTo>
                  <a:cubicBezTo>
                    <a:pt x="921" y="25"/>
                    <a:pt x="916" y="31"/>
                    <a:pt x="918" y="36"/>
                  </a:cubicBezTo>
                  <a:cubicBezTo>
                    <a:pt x="920" y="41"/>
                    <a:pt x="930" y="45"/>
                    <a:pt x="934" y="47"/>
                  </a:cubicBezTo>
                  <a:cubicBezTo>
                    <a:pt x="938" y="48"/>
                    <a:pt x="943" y="48"/>
                    <a:pt x="948" y="49"/>
                  </a:cubicBezTo>
                  <a:cubicBezTo>
                    <a:pt x="948" y="49"/>
                    <a:pt x="949" y="50"/>
                    <a:pt x="949" y="50"/>
                  </a:cubicBezTo>
                  <a:cubicBezTo>
                    <a:pt x="949" y="51"/>
                    <a:pt x="948" y="53"/>
                    <a:pt x="948" y="54"/>
                  </a:cubicBezTo>
                  <a:cubicBezTo>
                    <a:pt x="945" y="60"/>
                    <a:pt x="935" y="64"/>
                    <a:pt x="930" y="67"/>
                  </a:cubicBezTo>
                  <a:cubicBezTo>
                    <a:pt x="926" y="70"/>
                    <a:pt x="924" y="75"/>
                    <a:pt x="921" y="77"/>
                  </a:cubicBezTo>
                  <a:cubicBezTo>
                    <a:pt x="916" y="80"/>
                    <a:pt x="910" y="79"/>
                    <a:pt x="908" y="83"/>
                  </a:cubicBezTo>
                  <a:cubicBezTo>
                    <a:pt x="908" y="85"/>
                    <a:pt x="907" y="85"/>
                    <a:pt x="907" y="87"/>
                  </a:cubicBezTo>
                  <a:cubicBezTo>
                    <a:pt x="905" y="86"/>
                    <a:pt x="906" y="90"/>
                    <a:pt x="906" y="91"/>
                  </a:cubicBezTo>
                  <a:cubicBezTo>
                    <a:pt x="910" y="93"/>
                    <a:pt x="924" y="95"/>
                    <a:pt x="926" y="99"/>
                  </a:cubicBezTo>
                  <a:cubicBezTo>
                    <a:pt x="930" y="105"/>
                    <a:pt x="930" y="119"/>
                    <a:pt x="928" y="129"/>
                  </a:cubicBezTo>
                  <a:cubicBezTo>
                    <a:pt x="927" y="131"/>
                    <a:pt x="926" y="134"/>
                    <a:pt x="927" y="138"/>
                  </a:cubicBezTo>
                  <a:cubicBezTo>
                    <a:pt x="944" y="144"/>
                    <a:pt x="968" y="157"/>
                    <a:pt x="946" y="175"/>
                  </a:cubicBezTo>
                  <a:cubicBezTo>
                    <a:pt x="930" y="175"/>
                    <a:pt x="930" y="166"/>
                    <a:pt x="917" y="161"/>
                  </a:cubicBezTo>
                  <a:cubicBezTo>
                    <a:pt x="915" y="161"/>
                    <a:pt x="906" y="165"/>
                    <a:pt x="905" y="165"/>
                  </a:cubicBezTo>
                  <a:cubicBezTo>
                    <a:pt x="903" y="165"/>
                    <a:pt x="901" y="165"/>
                    <a:pt x="899" y="165"/>
                  </a:cubicBezTo>
                  <a:cubicBezTo>
                    <a:pt x="892" y="168"/>
                    <a:pt x="882" y="170"/>
                    <a:pt x="874" y="168"/>
                  </a:cubicBezTo>
                  <a:cubicBezTo>
                    <a:pt x="872" y="163"/>
                    <a:pt x="867" y="157"/>
                    <a:pt x="863" y="153"/>
                  </a:cubicBezTo>
                  <a:cubicBezTo>
                    <a:pt x="863" y="153"/>
                    <a:pt x="863" y="153"/>
                    <a:pt x="863" y="153"/>
                  </a:cubicBezTo>
                  <a:cubicBezTo>
                    <a:pt x="862" y="154"/>
                    <a:pt x="862" y="154"/>
                    <a:pt x="862" y="154"/>
                  </a:cubicBezTo>
                  <a:cubicBezTo>
                    <a:pt x="862" y="162"/>
                    <a:pt x="869" y="172"/>
                    <a:pt x="864" y="179"/>
                  </a:cubicBezTo>
                  <a:cubicBezTo>
                    <a:pt x="863" y="179"/>
                    <a:pt x="861" y="179"/>
                    <a:pt x="859" y="178"/>
                  </a:cubicBezTo>
                  <a:cubicBezTo>
                    <a:pt x="855" y="176"/>
                    <a:pt x="854" y="171"/>
                    <a:pt x="851" y="167"/>
                  </a:cubicBezTo>
                  <a:cubicBezTo>
                    <a:pt x="850" y="165"/>
                    <a:pt x="850" y="163"/>
                    <a:pt x="849" y="161"/>
                  </a:cubicBezTo>
                  <a:cubicBezTo>
                    <a:pt x="846" y="159"/>
                    <a:pt x="844" y="156"/>
                    <a:pt x="841" y="153"/>
                  </a:cubicBezTo>
                  <a:cubicBezTo>
                    <a:pt x="839" y="151"/>
                    <a:pt x="840" y="146"/>
                    <a:pt x="837" y="144"/>
                  </a:cubicBezTo>
                  <a:cubicBezTo>
                    <a:pt x="834" y="141"/>
                    <a:pt x="817" y="153"/>
                    <a:pt x="809" y="149"/>
                  </a:cubicBezTo>
                  <a:cubicBezTo>
                    <a:pt x="806" y="147"/>
                    <a:pt x="803" y="144"/>
                    <a:pt x="801" y="141"/>
                  </a:cubicBezTo>
                  <a:close/>
                  <a:moveTo>
                    <a:pt x="704" y="44"/>
                  </a:moveTo>
                  <a:cubicBezTo>
                    <a:pt x="705" y="43"/>
                    <a:pt x="706" y="43"/>
                    <a:pt x="707" y="42"/>
                  </a:cubicBezTo>
                  <a:cubicBezTo>
                    <a:pt x="707" y="41"/>
                    <a:pt x="707" y="41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40"/>
                    <a:pt x="706" y="40"/>
                    <a:pt x="705" y="40"/>
                  </a:cubicBezTo>
                  <a:cubicBezTo>
                    <a:pt x="705" y="41"/>
                    <a:pt x="705" y="43"/>
                    <a:pt x="704" y="44"/>
                  </a:cubicBezTo>
                  <a:close/>
                  <a:moveTo>
                    <a:pt x="702" y="45"/>
                  </a:moveTo>
                  <a:cubicBezTo>
                    <a:pt x="702" y="46"/>
                    <a:pt x="703" y="46"/>
                    <a:pt x="703" y="46"/>
                  </a:cubicBezTo>
                  <a:cubicBezTo>
                    <a:pt x="704" y="46"/>
                    <a:pt x="704" y="46"/>
                    <a:pt x="704" y="45"/>
                  </a:cubicBezTo>
                  <a:cubicBezTo>
                    <a:pt x="704" y="45"/>
                    <a:pt x="704" y="45"/>
                    <a:pt x="704" y="45"/>
                  </a:cubicBezTo>
                  <a:cubicBezTo>
                    <a:pt x="704" y="45"/>
                    <a:pt x="704" y="44"/>
                    <a:pt x="704" y="44"/>
                  </a:cubicBezTo>
                  <a:cubicBezTo>
                    <a:pt x="704" y="44"/>
                    <a:pt x="703" y="43"/>
                    <a:pt x="703" y="43"/>
                  </a:cubicBezTo>
                  <a:cubicBezTo>
                    <a:pt x="703" y="43"/>
                    <a:pt x="703" y="44"/>
                    <a:pt x="702" y="44"/>
                  </a:cubicBezTo>
                  <a:cubicBezTo>
                    <a:pt x="702" y="45"/>
                    <a:pt x="702" y="45"/>
                    <a:pt x="702" y="45"/>
                  </a:cubicBezTo>
                  <a:close/>
                  <a:moveTo>
                    <a:pt x="637" y="47"/>
                  </a:moveTo>
                  <a:cubicBezTo>
                    <a:pt x="637" y="41"/>
                    <a:pt x="637" y="35"/>
                    <a:pt x="639" y="30"/>
                  </a:cubicBezTo>
                  <a:cubicBezTo>
                    <a:pt x="639" y="27"/>
                    <a:pt x="639" y="25"/>
                    <a:pt x="638" y="23"/>
                  </a:cubicBezTo>
                  <a:cubicBezTo>
                    <a:pt x="640" y="23"/>
                    <a:pt x="647" y="21"/>
                    <a:pt x="647" y="21"/>
                  </a:cubicBezTo>
                  <a:cubicBezTo>
                    <a:pt x="652" y="29"/>
                    <a:pt x="651" y="39"/>
                    <a:pt x="658" y="45"/>
                  </a:cubicBezTo>
                  <a:cubicBezTo>
                    <a:pt x="658" y="48"/>
                    <a:pt x="658" y="51"/>
                    <a:pt x="658" y="55"/>
                  </a:cubicBezTo>
                  <a:cubicBezTo>
                    <a:pt x="656" y="55"/>
                    <a:pt x="654" y="58"/>
                    <a:pt x="653" y="59"/>
                  </a:cubicBezTo>
                  <a:cubicBezTo>
                    <a:pt x="643" y="59"/>
                    <a:pt x="640" y="53"/>
                    <a:pt x="637" y="47"/>
                  </a:cubicBezTo>
                  <a:close/>
                  <a:moveTo>
                    <a:pt x="621" y="118"/>
                  </a:moveTo>
                  <a:cubicBezTo>
                    <a:pt x="621" y="113"/>
                    <a:pt x="621" y="109"/>
                    <a:pt x="621" y="105"/>
                  </a:cubicBezTo>
                  <a:cubicBezTo>
                    <a:pt x="628" y="104"/>
                    <a:pt x="632" y="97"/>
                    <a:pt x="636" y="92"/>
                  </a:cubicBezTo>
                  <a:cubicBezTo>
                    <a:pt x="640" y="85"/>
                    <a:pt x="652" y="76"/>
                    <a:pt x="660" y="71"/>
                  </a:cubicBezTo>
                  <a:cubicBezTo>
                    <a:pt x="663" y="70"/>
                    <a:pt x="678" y="62"/>
                    <a:pt x="677" y="61"/>
                  </a:cubicBezTo>
                  <a:cubicBezTo>
                    <a:pt x="680" y="60"/>
                    <a:pt x="693" y="54"/>
                    <a:pt x="694" y="51"/>
                  </a:cubicBezTo>
                  <a:cubicBezTo>
                    <a:pt x="694" y="50"/>
                    <a:pt x="694" y="50"/>
                    <a:pt x="694" y="50"/>
                  </a:cubicBezTo>
                  <a:cubicBezTo>
                    <a:pt x="692" y="49"/>
                    <a:pt x="681" y="45"/>
                    <a:pt x="680" y="44"/>
                  </a:cubicBezTo>
                  <a:cubicBezTo>
                    <a:pt x="678" y="43"/>
                    <a:pt x="676" y="39"/>
                    <a:pt x="675" y="39"/>
                  </a:cubicBezTo>
                  <a:cubicBezTo>
                    <a:pt x="675" y="38"/>
                    <a:pt x="675" y="37"/>
                    <a:pt x="675" y="37"/>
                  </a:cubicBezTo>
                  <a:cubicBezTo>
                    <a:pt x="684" y="39"/>
                    <a:pt x="702" y="36"/>
                    <a:pt x="707" y="33"/>
                  </a:cubicBezTo>
                  <a:cubicBezTo>
                    <a:pt x="709" y="31"/>
                    <a:pt x="712" y="28"/>
                    <a:pt x="716" y="27"/>
                  </a:cubicBezTo>
                  <a:cubicBezTo>
                    <a:pt x="721" y="26"/>
                    <a:pt x="736" y="34"/>
                    <a:pt x="739" y="36"/>
                  </a:cubicBezTo>
                  <a:cubicBezTo>
                    <a:pt x="739" y="38"/>
                    <a:pt x="738" y="39"/>
                    <a:pt x="738" y="41"/>
                  </a:cubicBezTo>
                  <a:cubicBezTo>
                    <a:pt x="736" y="42"/>
                    <a:pt x="734" y="44"/>
                    <a:pt x="732" y="45"/>
                  </a:cubicBezTo>
                  <a:cubicBezTo>
                    <a:pt x="731" y="45"/>
                    <a:pt x="730" y="45"/>
                    <a:pt x="730" y="45"/>
                  </a:cubicBezTo>
                  <a:cubicBezTo>
                    <a:pt x="724" y="47"/>
                    <a:pt x="709" y="51"/>
                    <a:pt x="705" y="55"/>
                  </a:cubicBezTo>
                  <a:cubicBezTo>
                    <a:pt x="706" y="56"/>
                    <a:pt x="706" y="57"/>
                    <a:pt x="706" y="58"/>
                  </a:cubicBezTo>
                  <a:cubicBezTo>
                    <a:pt x="708" y="59"/>
                    <a:pt x="710" y="60"/>
                    <a:pt x="712" y="61"/>
                  </a:cubicBezTo>
                  <a:cubicBezTo>
                    <a:pt x="713" y="61"/>
                    <a:pt x="715" y="61"/>
                    <a:pt x="717" y="61"/>
                  </a:cubicBezTo>
                  <a:cubicBezTo>
                    <a:pt x="724" y="65"/>
                    <a:pt x="744" y="92"/>
                    <a:pt x="730" y="103"/>
                  </a:cubicBezTo>
                  <a:cubicBezTo>
                    <a:pt x="728" y="104"/>
                    <a:pt x="716" y="108"/>
                    <a:pt x="717" y="108"/>
                  </a:cubicBezTo>
                  <a:cubicBezTo>
                    <a:pt x="711" y="111"/>
                    <a:pt x="705" y="106"/>
                    <a:pt x="702" y="111"/>
                  </a:cubicBezTo>
                  <a:cubicBezTo>
                    <a:pt x="702" y="114"/>
                    <a:pt x="702" y="117"/>
                    <a:pt x="702" y="120"/>
                  </a:cubicBezTo>
                  <a:cubicBezTo>
                    <a:pt x="699" y="125"/>
                    <a:pt x="694" y="130"/>
                    <a:pt x="690" y="134"/>
                  </a:cubicBezTo>
                  <a:cubicBezTo>
                    <a:pt x="690" y="136"/>
                    <a:pt x="690" y="137"/>
                    <a:pt x="691" y="137"/>
                  </a:cubicBezTo>
                  <a:cubicBezTo>
                    <a:pt x="692" y="139"/>
                    <a:pt x="695" y="139"/>
                    <a:pt x="697" y="139"/>
                  </a:cubicBezTo>
                  <a:cubicBezTo>
                    <a:pt x="698" y="138"/>
                    <a:pt x="699" y="137"/>
                    <a:pt x="700" y="134"/>
                  </a:cubicBezTo>
                  <a:cubicBezTo>
                    <a:pt x="711" y="134"/>
                    <a:pt x="716" y="138"/>
                    <a:pt x="726" y="140"/>
                  </a:cubicBezTo>
                  <a:cubicBezTo>
                    <a:pt x="727" y="143"/>
                    <a:pt x="730" y="149"/>
                    <a:pt x="729" y="151"/>
                  </a:cubicBezTo>
                  <a:cubicBezTo>
                    <a:pt x="728" y="152"/>
                    <a:pt x="727" y="154"/>
                    <a:pt x="725" y="155"/>
                  </a:cubicBezTo>
                  <a:cubicBezTo>
                    <a:pt x="716" y="158"/>
                    <a:pt x="712" y="149"/>
                    <a:pt x="705" y="150"/>
                  </a:cubicBezTo>
                  <a:cubicBezTo>
                    <a:pt x="704" y="149"/>
                    <a:pt x="700" y="153"/>
                    <a:pt x="699" y="155"/>
                  </a:cubicBezTo>
                  <a:cubicBezTo>
                    <a:pt x="698" y="157"/>
                    <a:pt x="700" y="159"/>
                    <a:pt x="700" y="160"/>
                  </a:cubicBezTo>
                  <a:cubicBezTo>
                    <a:pt x="700" y="162"/>
                    <a:pt x="700" y="164"/>
                    <a:pt x="700" y="166"/>
                  </a:cubicBezTo>
                  <a:cubicBezTo>
                    <a:pt x="702" y="174"/>
                    <a:pt x="698" y="180"/>
                    <a:pt x="692" y="183"/>
                  </a:cubicBezTo>
                  <a:cubicBezTo>
                    <a:pt x="685" y="187"/>
                    <a:pt x="666" y="181"/>
                    <a:pt x="662" y="179"/>
                  </a:cubicBezTo>
                  <a:cubicBezTo>
                    <a:pt x="662" y="177"/>
                    <a:pt x="653" y="173"/>
                    <a:pt x="651" y="173"/>
                  </a:cubicBezTo>
                  <a:cubicBezTo>
                    <a:pt x="651" y="172"/>
                    <a:pt x="652" y="172"/>
                    <a:pt x="652" y="172"/>
                  </a:cubicBezTo>
                  <a:cubicBezTo>
                    <a:pt x="660" y="170"/>
                    <a:pt x="676" y="168"/>
                    <a:pt x="683" y="163"/>
                  </a:cubicBezTo>
                  <a:cubicBezTo>
                    <a:pt x="685" y="162"/>
                    <a:pt x="692" y="157"/>
                    <a:pt x="689" y="155"/>
                  </a:cubicBezTo>
                  <a:cubicBezTo>
                    <a:pt x="685" y="154"/>
                    <a:pt x="675" y="155"/>
                    <a:pt x="672" y="157"/>
                  </a:cubicBezTo>
                  <a:cubicBezTo>
                    <a:pt x="668" y="159"/>
                    <a:pt x="653" y="154"/>
                    <a:pt x="652" y="153"/>
                  </a:cubicBezTo>
                  <a:cubicBezTo>
                    <a:pt x="650" y="152"/>
                    <a:pt x="650" y="151"/>
                    <a:pt x="649" y="149"/>
                  </a:cubicBezTo>
                  <a:cubicBezTo>
                    <a:pt x="649" y="148"/>
                    <a:pt x="649" y="148"/>
                    <a:pt x="650" y="147"/>
                  </a:cubicBezTo>
                  <a:cubicBezTo>
                    <a:pt x="660" y="147"/>
                    <a:pt x="674" y="146"/>
                    <a:pt x="684" y="144"/>
                  </a:cubicBezTo>
                  <a:cubicBezTo>
                    <a:pt x="685" y="143"/>
                    <a:pt x="685" y="142"/>
                    <a:pt x="686" y="141"/>
                  </a:cubicBezTo>
                  <a:cubicBezTo>
                    <a:pt x="686" y="141"/>
                    <a:pt x="686" y="141"/>
                    <a:pt x="686" y="140"/>
                  </a:cubicBezTo>
                  <a:cubicBezTo>
                    <a:pt x="684" y="139"/>
                    <a:pt x="684" y="138"/>
                    <a:pt x="682" y="137"/>
                  </a:cubicBezTo>
                  <a:cubicBezTo>
                    <a:pt x="682" y="133"/>
                    <a:pt x="681" y="129"/>
                    <a:pt x="683" y="125"/>
                  </a:cubicBezTo>
                  <a:cubicBezTo>
                    <a:pt x="685" y="122"/>
                    <a:pt x="691" y="115"/>
                    <a:pt x="690" y="111"/>
                  </a:cubicBezTo>
                  <a:cubicBezTo>
                    <a:pt x="690" y="109"/>
                    <a:pt x="689" y="109"/>
                    <a:pt x="688" y="109"/>
                  </a:cubicBezTo>
                  <a:cubicBezTo>
                    <a:pt x="680" y="105"/>
                    <a:pt x="670" y="123"/>
                    <a:pt x="665" y="118"/>
                  </a:cubicBezTo>
                  <a:cubicBezTo>
                    <a:pt x="666" y="112"/>
                    <a:pt x="667" y="106"/>
                    <a:pt x="670" y="102"/>
                  </a:cubicBezTo>
                  <a:cubicBezTo>
                    <a:pt x="675" y="96"/>
                    <a:pt x="690" y="97"/>
                    <a:pt x="695" y="102"/>
                  </a:cubicBezTo>
                  <a:cubicBezTo>
                    <a:pt x="701" y="102"/>
                    <a:pt x="703" y="100"/>
                    <a:pt x="707" y="98"/>
                  </a:cubicBezTo>
                  <a:cubicBezTo>
                    <a:pt x="711" y="95"/>
                    <a:pt x="717" y="94"/>
                    <a:pt x="720" y="90"/>
                  </a:cubicBezTo>
                  <a:cubicBezTo>
                    <a:pt x="720" y="89"/>
                    <a:pt x="720" y="88"/>
                    <a:pt x="720" y="89"/>
                  </a:cubicBezTo>
                  <a:cubicBezTo>
                    <a:pt x="726" y="78"/>
                    <a:pt x="710" y="68"/>
                    <a:pt x="705" y="66"/>
                  </a:cubicBezTo>
                  <a:cubicBezTo>
                    <a:pt x="694" y="63"/>
                    <a:pt x="681" y="76"/>
                    <a:pt x="678" y="81"/>
                  </a:cubicBezTo>
                  <a:cubicBezTo>
                    <a:pt x="670" y="91"/>
                    <a:pt x="657" y="97"/>
                    <a:pt x="649" y="107"/>
                  </a:cubicBezTo>
                  <a:cubicBezTo>
                    <a:pt x="645" y="112"/>
                    <a:pt x="646" y="118"/>
                    <a:pt x="644" y="123"/>
                  </a:cubicBezTo>
                  <a:cubicBezTo>
                    <a:pt x="643" y="127"/>
                    <a:pt x="640" y="131"/>
                    <a:pt x="639" y="133"/>
                  </a:cubicBezTo>
                  <a:cubicBezTo>
                    <a:pt x="632" y="134"/>
                    <a:pt x="625" y="130"/>
                    <a:pt x="623" y="125"/>
                  </a:cubicBezTo>
                  <a:cubicBezTo>
                    <a:pt x="621" y="123"/>
                    <a:pt x="623" y="120"/>
                    <a:pt x="621" y="118"/>
                  </a:cubicBezTo>
                  <a:close/>
                  <a:moveTo>
                    <a:pt x="537" y="94"/>
                  </a:moveTo>
                  <a:cubicBezTo>
                    <a:pt x="538" y="94"/>
                    <a:pt x="540" y="93"/>
                    <a:pt x="540" y="92"/>
                  </a:cubicBezTo>
                  <a:cubicBezTo>
                    <a:pt x="541" y="91"/>
                    <a:pt x="540" y="90"/>
                    <a:pt x="540" y="89"/>
                  </a:cubicBezTo>
                  <a:cubicBezTo>
                    <a:pt x="539" y="90"/>
                    <a:pt x="539" y="90"/>
                    <a:pt x="539" y="90"/>
                  </a:cubicBezTo>
                  <a:cubicBezTo>
                    <a:pt x="538" y="91"/>
                    <a:pt x="538" y="93"/>
                    <a:pt x="537" y="94"/>
                  </a:cubicBezTo>
                  <a:close/>
                  <a:moveTo>
                    <a:pt x="503" y="79"/>
                  </a:moveTo>
                  <a:cubicBezTo>
                    <a:pt x="504" y="80"/>
                    <a:pt x="505" y="81"/>
                    <a:pt x="507" y="79"/>
                  </a:cubicBezTo>
                  <a:cubicBezTo>
                    <a:pt x="507" y="77"/>
                    <a:pt x="508" y="77"/>
                    <a:pt x="508" y="75"/>
                  </a:cubicBezTo>
                  <a:cubicBezTo>
                    <a:pt x="508" y="75"/>
                    <a:pt x="507" y="75"/>
                    <a:pt x="507" y="74"/>
                  </a:cubicBezTo>
                  <a:cubicBezTo>
                    <a:pt x="506" y="75"/>
                    <a:pt x="505" y="75"/>
                    <a:pt x="504" y="75"/>
                  </a:cubicBezTo>
                  <a:cubicBezTo>
                    <a:pt x="504" y="77"/>
                    <a:pt x="504" y="77"/>
                    <a:pt x="503" y="79"/>
                  </a:cubicBezTo>
                  <a:close/>
                  <a:moveTo>
                    <a:pt x="491" y="115"/>
                  </a:moveTo>
                  <a:cubicBezTo>
                    <a:pt x="496" y="117"/>
                    <a:pt x="504" y="111"/>
                    <a:pt x="507" y="108"/>
                  </a:cubicBezTo>
                  <a:cubicBezTo>
                    <a:pt x="506" y="107"/>
                    <a:pt x="506" y="105"/>
                    <a:pt x="506" y="104"/>
                  </a:cubicBezTo>
                  <a:cubicBezTo>
                    <a:pt x="505" y="104"/>
                    <a:pt x="505" y="103"/>
                    <a:pt x="504" y="103"/>
                  </a:cubicBezTo>
                  <a:cubicBezTo>
                    <a:pt x="501" y="105"/>
                    <a:pt x="494" y="109"/>
                    <a:pt x="491" y="113"/>
                  </a:cubicBezTo>
                  <a:cubicBezTo>
                    <a:pt x="491" y="113"/>
                    <a:pt x="491" y="114"/>
                    <a:pt x="491" y="115"/>
                  </a:cubicBezTo>
                  <a:close/>
                  <a:moveTo>
                    <a:pt x="460" y="78"/>
                  </a:moveTo>
                  <a:cubicBezTo>
                    <a:pt x="461" y="79"/>
                    <a:pt x="462" y="79"/>
                    <a:pt x="463" y="79"/>
                  </a:cubicBezTo>
                  <a:cubicBezTo>
                    <a:pt x="466" y="77"/>
                    <a:pt x="468" y="75"/>
                    <a:pt x="470" y="73"/>
                  </a:cubicBezTo>
                  <a:cubicBezTo>
                    <a:pt x="470" y="71"/>
                    <a:pt x="470" y="71"/>
                    <a:pt x="470" y="69"/>
                  </a:cubicBezTo>
                  <a:cubicBezTo>
                    <a:pt x="468" y="69"/>
                    <a:pt x="467" y="70"/>
                    <a:pt x="466" y="70"/>
                  </a:cubicBezTo>
                  <a:cubicBezTo>
                    <a:pt x="464" y="71"/>
                    <a:pt x="461" y="74"/>
                    <a:pt x="460" y="78"/>
                  </a:cubicBezTo>
                  <a:close/>
                  <a:moveTo>
                    <a:pt x="453" y="106"/>
                  </a:moveTo>
                  <a:cubicBezTo>
                    <a:pt x="454" y="106"/>
                    <a:pt x="454" y="106"/>
                    <a:pt x="455" y="106"/>
                  </a:cubicBezTo>
                  <a:cubicBezTo>
                    <a:pt x="457" y="103"/>
                    <a:pt x="473" y="90"/>
                    <a:pt x="469" y="87"/>
                  </a:cubicBezTo>
                  <a:cubicBezTo>
                    <a:pt x="458" y="82"/>
                    <a:pt x="453" y="96"/>
                    <a:pt x="453" y="106"/>
                  </a:cubicBezTo>
                  <a:close/>
                  <a:moveTo>
                    <a:pt x="438" y="93"/>
                  </a:moveTo>
                  <a:cubicBezTo>
                    <a:pt x="439" y="93"/>
                    <a:pt x="440" y="94"/>
                    <a:pt x="440" y="95"/>
                  </a:cubicBezTo>
                  <a:cubicBezTo>
                    <a:pt x="442" y="95"/>
                    <a:pt x="443" y="95"/>
                    <a:pt x="444" y="95"/>
                  </a:cubicBezTo>
                  <a:cubicBezTo>
                    <a:pt x="445" y="94"/>
                    <a:pt x="446" y="93"/>
                    <a:pt x="446" y="92"/>
                  </a:cubicBezTo>
                  <a:cubicBezTo>
                    <a:pt x="445" y="91"/>
                    <a:pt x="444" y="91"/>
                    <a:pt x="444" y="90"/>
                  </a:cubicBezTo>
                  <a:cubicBezTo>
                    <a:pt x="444" y="91"/>
                    <a:pt x="439" y="91"/>
                    <a:pt x="438" y="92"/>
                  </a:cubicBezTo>
                  <a:cubicBezTo>
                    <a:pt x="438" y="92"/>
                    <a:pt x="438" y="92"/>
                    <a:pt x="438" y="93"/>
                  </a:cubicBezTo>
                  <a:close/>
                  <a:moveTo>
                    <a:pt x="425" y="130"/>
                  </a:moveTo>
                  <a:cubicBezTo>
                    <a:pt x="429" y="129"/>
                    <a:pt x="448" y="117"/>
                    <a:pt x="439" y="112"/>
                  </a:cubicBezTo>
                  <a:cubicBezTo>
                    <a:pt x="438" y="112"/>
                    <a:pt x="438" y="112"/>
                    <a:pt x="437" y="112"/>
                  </a:cubicBezTo>
                  <a:cubicBezTo>
                    <a:pt x="435" y="119"/>
                    <a:pt x="428" y="123"/>
                    <a:pt x="425" y="130"/>
                  </a:cubicBezTo>
                  <a:close/>
                  <a:moveTo>
                    <a:pt x="398" y="150"/>
                  </a:moveTo>
                  <a:cubicBezTo>
                    <a:pt x="398" y="144"/>
                    <a:pt x="399" y="138"/>
                    <a:pt x="399" y="133"/>
                  </a:cubicBezTo>
                  <a:cubicBezTo>
                    <a:pt x="403" y="131"/>
                    <a:pt x="426" y="102"/>
                    <a:pt x="429" y="97"/>
                  </a:cubicBezTo>
                  <a:cubicBezTo>
                    <a:pt x="428" y="96"/>
                    <a:pt x="428" y="96"/>
                    <a:pt x="426" y="96"/>
                  </a:cubicBezTo>
                  <a:cubicBezTo>
                    <a:pt x="424" y="97"/>
                    <a:pt x="405" y="104"/>
                    <a:pt x="401" y="101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86"/>
                    <a:pt x="411" y="79"/>
                    <a:pt x="418" y="74"/>
                  </a:cubicBezTo>
                  <a:cubicBezTo>
                    <a:pt x="424" y="70"/>
                    <a:pt x="428" y="65"/>
                    <a:pt x="432" y="60"/>
                  </a:cubicBezTo>
                  <a:cubicBezTo>
                    <a:pt x="437" y="54"/>
                    <a:pt x="450" y="45"/>
                    <a:pt x="453" y="38"/>
                  </a:cubicBezTo>
                  <a:cubicBezTo>
                    <a:pt x="454" y="34"/>
                    <a:pt x="454" y="29"/>
                    <a:pt x="454" y="25"/>
                  </a:cubicBezTo>
                  <a:cubicBezTo>
                    <a:pt x="462" y="22"/>
                    <a:pt x="468" y="24"/>
                    <a:pt x="473" y="28"/>
                  </a:cubicBezTo>
                  <a:cubicBezTo>
                    <a:pt x="468" y="46"/>
                    <a:pt x="437" y="68"/>
                    <a:pt x="423" y="81"/>
                  </a:cubicBezTo>
                  <a:cubicBezTo>
                    <a:pt x="420" y="84"/>
                    <a:pt x="416" y="86"/>
                    <a:pt x="413" y="89"/>
                  </a:cubicBezTo>
                  <a:cubicBezTo>
                    <a:pt x="413" y="90"/>
                    <a:pt x="413" y="90"/>
                    <a:pt x="414" y="90"/>
                  </a:cubicBezTo>
                  <a:cubicBezTo>
                    <a:pt x="419" y="90"/>
                    <a:pt x="426" y="88"/>
                    <a:pt x="430" y="86"/>
                  </a:cubicBezTo>
                  <a:cubicBezTo>
                    <a:pt x="436" y="85"/>
                    <a:pt x="441" y="85"/>
                    <a:pt x="447" y="84"/>
                  </a:cubicBezTo>
                  <a:cubicBezTo>
                    <a:pt x="451" y="81"/>
                    <a:pt x="451" y="77"/>
                    <a:pt x="453" y="73"/>
                  </a:cubicBezTo>
                  <a:cubicBezTo>
                    <a:pt x="457" y="67"/>
                    <a:pt x="460" y="60"/>
                    <a:pt x="466" y="55"/>
                  </a:cubicBezTo>
                  <a:cubicBezTo>
                    <a:pt x="469" y="55"/>
                    <a:pt x="472" y="55"/>
                    <a:pt x="474" y="55"/>
                  </a:cubicBezTo>
                  <a:cubicBezTo>
                    <a:pt x="475" y="57"/>
                    <a:pt x="477" y="58"/>
                    <a:pt x="478" y="59"/>
                  </a:cubicBezTo>
                  <a:cubicBezTo>
                    <a:pt x="481" y="63"/>
                    <a:pt x="483" y="67"/>
                    <a:pt x="485" y="71"/>
                  </a:cubicBezTo>
                  <a:cubicBezTo>
                    <a:pt x="488" y="69"/>
                    <a:pt x="495" y="62"/>
                    <a:pt x="492" y="57"/>
                  </a:cubicBezTo>
                  <a:cubicBezTo>
                    <a:pt x="491" y="54"/>
                    <a:pt x="488" y="53"/>
                    <a:pt x="490" y="49"/>
                  </a:cubicBezTo>
                  <a:cubicBezTo>
                    <a:pt x="490" y="46"/>
                    <a:pt x="498" y="42"/>
                    <a:pt x="502" y="43"/>
                  </a:cubicBezTo>
                  <a:cubicBezTo>
                    <a:pt x="502" y="47"/>
                    <a:pt x="506" y="51"/>
                    <a:pt x="508" y="53"/>
                  </a:cubicBezTo>
                  <a:cubicBezTo>
                    <a:pt x="515" y="55"/>
                    <a:pt x="513" y="47"/>
                    <a:pt x="514" y="43"/>
                  </a:cubicBezTo>
                  <a:cubicBezTo>
                    <a:pt x="517" y="34"/>
                    <a:pt x="512" y="13"/>
                    <a:pt x="524" y="13"/>
                  </a:cubicBezTo>
                  <a:cubicBezTo>
                    <a:pt x="525" y="15"/>
                    <a:pt x="530" y="19"/>
                    <a:pt x="532" y="21"/>
                  </a:cubicBezTo>
                  <a:cubicBezTo>
                    <a:pt x="532" y="21"/>
                    <a:pt x="532" y="21"/>
                    <a:pt x="533" y="21"/>
                  </a:cubicBezTo>
                  <a:cubicBezTo>
                    <a:pt x="535" y="25"/>
                    <a:pt x="536" y="27"/>
                    <a:pt x="539" y="30"/>
                  </a:cubicBezTo>
                  <a:cubicBezTo>
                    <a:pt x="541" y="34"/>
                    <a:pt x="544" y="42"/>
                    <a:pt x="545" y="47"/>
                  </a:cubicBezTo>
                  <a:cubicBezTo>
                    <a:pt x="546" y="51"/>
                    <a:pt x="542" y="54"/>
                    <a:pt x="543" y="59"/>
                  </a:cubicBezTo>
                  <a:cubicBezTo>
                    <a:pt x="546" y="65"/>
                    <a:pt x="553" y="69"/>
                    <a:pt x="556" y="75"/>
                  </a:cubicBezTo>
                  <a:cubicBezTo>
                    <a:pt x="558" y="79"/>
                    <a:pt x="558" y="83"/>
                    <a:pt x="560" y="85"/>
                  </a:cubicBezTo>
                  <a:cubicBezTo>
                    <a:pt x="564" y="89"/>
                    <a:pt x="570" y="91"/>
                    <a:pt x="574" y="95"/>
                  </a:cubicBezTo>
                  <a:cubicBezTo>
                    <a:pt x="574" y="97"/>
                    <a:pt x="574" y="98"/>
                    <a:pt x="574" y="99"/>
                  </a:cubicBezTo>
                  <a:cubicBezTo>
                    <a:pt x="572" y="100"/>
                    <a:pt x="570" y="102"/>
                    <a:pt x="568" y="103"/>
                  </a:cubicBezTo>
                  <a:cubicBezTo>
                    <a:pt x="565" y="105"/>
                    <a:pt x="561" y="104"/>
                    <a:pt x="559" y="105"/>
                  </a:cubicBezTo>
                  <a:cubicBezTo>
                    <a:pt x="552" y="106"/>
                    <a:pt x="543" y="109"/>
                    <a:pt x="539" y="114"/>
                  </a:cubicBezTo>
                  <a:cubicBezTo>
                    <a:pt x="536" y="117"/>
                    <a:pt x="536" y="135"/>
                    <a:pt x="535" y="141"/>
                  </a:cubicBezTo>
                  <a:cubicBezTo>
                    <a:pt x="535" y="143"/>
                    <a:pt x="534" y="145"/>
                    <a:pt x="534" y="148"/>
                  </a:cubicBezTo>
                  <a:cubicBezTo>
                    <a:pt x="532" y="152"/>
                    <a:pt x="531" y="158"/>
                    <a:pt x="530" y="163"/>
                  </a:cubicBezTo>
                  <a:cubicBezTo>
                    <a:pt x="530" y="164"/>
                    <a:pt x="530" y="165"/>
                    <a:pt x="530" y="166"/>
                  </a:cubicBezTo>
                  <a:cubicBezTo>
                    <a:pt x="526" y="174"/>
                    <a:pt x="524" y="181"/>
                    <a:pt x="520" y="187"/>
                  </a:cubicBezTo>
                  <a:cubicBezTo>
                    <a:pt x="520" y="190"/>
                    <a:pt x="520" y="193"/>
                    <a:pt x="520" y="195"/>
                  </a:cubicBezTo>
                  <a:cubicBezTo>
                    <a:pt x="519" y="195"/>
                    <a:pt x="519" y="195"/>
                    <a:pt x="519" y="195"/>
                  </a:cubicBezTo>
                  <a:cubicBezTo>
                    <a:pt x="518" y="193"/>
                    <a:pt x="515" y="191"/>
                    <a:pt x="514" y="189"/>
                  </a:cubicBezTo>
                  <a:cubicBezTo>
                    <a:pt x="511" y="185"/>
                    <a:pt x="511" y="181"/>
                    <a:pt x="509" y="177"/>
                  </a:cubicBezTo>
                  <a:cubicBezTo>
                    <a:pt x="509" y="175"/>
                    <a:pt x="509" y="173"/>
                    <a:pt x="509" y="171"/>
                  </a:cubicBezTo>
                  <a:cubicBezTo>
                    <a:pt x="507" y="163"/>
                    <a:pt x="509" y="147"/>
                    <a:pt x="508" y="135"/>
                  </a:cubicBezTo>
                  <a:cubicBezTo>
                    <a:pt x="507" y="135"/>
                    <a:pt x="506" y="135"/>
                    <a:pt x="507" y="134"/>
                  </a:cubicBezTo>
                  <a:cubicBezTo>
                    <a:pt x="497" y="136"/>
                    <a:pt x="489" y="139"/>
                    <a:pt x="481" y="142"/>
                  </a:cubicBezTo>
                  <a:cubicBezTo>
                    <a:pt x="476" y="142"/>
                    <a:pt x="472" y="143"/>
                    <a:pt x="467" y="143"/>
                  </a:cubicBezTo>
                  <a:cubicBezTo>
                    <a:pt x="462" y="138"/>
                    <a:pt x="463" y="125"/>
                    <a:pt x="465" y="119"/>
                  </a:cubicBezTo>
                  <a:cubicBezTo>
                    <a:pt x="470" y="117"/>
                    <a:pt x="476" y="112"/>
                    <a:pt x="478" y="108"/>
                  </a:cubicBezTo>
                  <a:cubicBezTo>
                    <a:pt x="478" y="107"/>
                    <a:pt x="478" y="105"/>
                    <a:pt x="478" y="104"/>
                  </a:cubicBezTo>
                  <a:cubicBezTo>
                    <a:pt x="484" y="97"/>
                    <a:pt x="492" y="90"/>
                    <a:pt x="488" y="77"/>
                  </a:cubicBezTo>
                  <a:cubicBezTo>
                    <a:pt x="488" y="77"/>
                    <a:pt x="488" y="77"/>
                    <a:pt x="487" y="77"/>
                  </a:cubicBezTo>
                  <a:cubicBezTo>
                    <a:pt x="473" y="87"/>
                    <a:pt x="476" y="96"/>
                    <a:pt x="467" y="109"/>
                  </a:cubicBezTo>
                  <a:cubicBezTo>
                    <a:pt x="461" y="117"/>
                    <a:pt x="456" y="117"/>
                    <a:pt x="452" y="129"/>
                  </a:cubicBezTo>
                  <a:cubicBezTo>
                    <a:pt x="448" y="140"/>
                    <a:pt x="457" y="156"/>
                    <a:pt x="457" y="165"/>
                  </a:cubicBezTo>
                  <a:cubicBezTo>
                    <a:pt x="455" y="165"/>
                    <a:pt x="455" y="167"/>
                    <a:pt x="454" y="167"/>
                  </a:cubicBezTo>
                  <a:cubicBezTo>
                    <a:pt x="452" y="167"/>
                    <a:pt x="452" y="167"/>
                    <a:pt x="450" y="167"/>
                  </a:cubicBezTo>
                  <a:cubicBezTo>
                    <a:pt x="447" y="163"/>
                    <a:pt x="444" y="159"/>
                    <a:pt x="442" y="153"/>
                  </a:cubicBezTo>
                  <a:cubicBezTo>
                    <a:pt x="440" y="149"/>
                    <a:pt x="441" y="145"/>
                    <a:pt x="439" y="141"/>
                  </a:cubicBezTo>
                  <a:cubicBezTo>
                    <a:pt x="438" y="141"/>
                    <a:pt x="438" y="141"/>
                    <a:pt x="437" y="141"/>
                  </a:cubicBezTo>
                  <a:cubicBezTo>
                    <a:pt x="431" y="151"/>
                    <a:pt x="418" y="157"/>
                    <a:pt x="402" y="157"/>
                  </a:cubicBezTo>
                  <a:cubicBezTo>
                    <a:pt x="402" y="156"/>
                    <a:pt x="400" y="155"/>
                    <a:pt x="400" y="155"/>
                  </a:cubicBezTo>
                  <a:cubicBezTo>
                    <a:pt x="398" y="153"/>
                    <a:pt x="398" y="151"/>
                    <a:pt x="398" y="150"/>
                  </a:cubicBezTo>
                  <a:close/>
                  <a:moveTo>
                    <a:pt x="278" y="104"/>
                  </a:moveTo>
                  <a:cubicBezTo>
                    <a:pt x="279" y="106"/>
                    <a:pt x="280" y="109"/>
                    <a:pt x="281" y="111"/>
                  </a:cubicBezTo>
                  <a:cubicBezTo>
                    <a:pt x="282" y="111"/>
                    <a:pt x="282" y="111"/>
                    <a:pt x="282" y="111"/>
                  </a:cubicBezTo>
                  <a:cubicBezTo>
                    <a:pt x="283" y="108"/>
                    <a:pt x="286" y="101"/>
                    <a:pt x="283" y="99"/>
                  </a:cubicBezTo>
                  <a:cubicBezTo>
                    <a:pt x="283" y="99"/>
                    <a:pt x="282" y="99"/>
                    <a:pt x="282" y="98"/>
                  </a:cubicBezTo>
                  <a:cubicBezTo>
                    <a:pt x="281" y="98"/>
                    <a:pt x="280" y="98"/>
                    <a:pt x="279" y="99"/>
                  </a:cubicBezTo>
                  <a:cubicBezTo>
                    <a:pt x="279" y="102"/>
                    <a:pt x="278" y="101"/>
                    <a:pt x="278" y="104"/>
                  </a:cubicBezTo>
                  <a:close/>
                  <a:moveTo>
                    <a:pt x="257" y="97"/>
                  </a:moveTo>
                  <a:cubicBezTo>
                    <a:pt x="257" y="97"/>
                    <a:pt x="257" y="98"/>
                    <a:pt x="257" y="99"/>
                  </a:cubicBezTo>
                  <a:cubicBezTo>
                    <a:pt x="258" y="99"/>
                    <a:pt x="258" y="99"/>
                    <a:pt x="258" y="99"/>
                  </a:cubicBezTo>
                  <a:cubicBezTo>
                    <a:pt x="258" y="99"/>
                    <a:pt x="259" y="99"/>
                    <a:pt x="259" y="99"/>
                  </a:cubicBezTo>
                  <a:cubicBezTo>
                    <a:pt x="260" y="98"/>
                    <a:pt x="260" y="97"/>
                    <a:pt x="261" y="97"/>
                  </a:cubicBezTo>
                  <a:cubicBezTo>
                    <a:pt x="261" y="95"/>
                    <a:pt x="261" y="95"/>
                    <a:pt x="260" y="93"/>
                  </a:cubicBezTo>
                  <a:cubicBezTo>
                    <a:pt x="260" y="93"/>
                    <a:pt x="260" y="93"/>
                    <a:pt x="260" y="93"/>
                  </a:cubicBezTo>
                  <a:cubicBezTo>
                    <a:pt x="259" y="93"/>
                    <a:pt x="259" y="93"/>
                    <a:pt x="259" y="93"/>
                  </a:cubicBezTo>
                  <a:cubicBezTo>
                    <a:pt x="258" y="94"/>
                    <a:pt x="258" y="95"/>
                    <a:pt x="257" y="97"/>
                  </a:cubicBezTo>
                  <a:close/>
                  <a:moveTo>
                    <a:pt x="236" y="104"/>
                  </a:moveTo>
                  <a:cubicBezTo>
                    <a:pt x="236" y="105"/>
                    <a:pt x="237" y="105"/>
                    <a:pt x="238" y="105"/>
                  </a:cubicBezTo>
                  <a:cubicBezTo>
                    <a:pt x="241" y="104"/>
                    <a:pt x="242" y="102"/>
                    <a:pt x="245" y="100"/>
                  </a:cubicBezTo>
                  <a:cubicBezTo>
                    <a:pt x="245" y="99"/>
                    <a:pt x="245" y="98"/>
                    <a:pt x="245" y="97"/>
                  </a:cubicBezTo>
                  <a:cubicBezTo>
                    <a:pt x="244" y="97"/>
                    <a:pt x="244" y="97"/>
                    <a:pt x="244" y="97"/>
                  </a:cubicBezTo>
                  <a:cubicBezTo>
                    <a:pt x="244" y="97"/>
                    <a:pt x="243" y="97"/>
                    <a:pt x="242" y="97"/>
                  </a:cubicBezTo>
                  <a:cubicBezTo>
                    <a:pt x="240" y="99"/>
                    <a:pt x="238" y="101"/>
                    <a:pt x="236" y="104"/>
                  </a:cubicBezTo>
                  <a:close/>
                  <a:moveTo>
                    <a:pt x="216" y="151"/>
                  </a:moveTo>
                  <a:cubicBezTo>
                    <a:pt x="217" y="152"/>
                    <a:pt x="225" y="157"/>
                    <a:pt x="226" y="158"/>
                  </a:cubicBezTo>
                  <a:cubicBezTo>
                    <a:pt x="230" y="159"/>
                    <a:pt x="253" y="155"/>
                    <a:pt x="254" y="154"/>
                  </a:cubicBezTo>
                  <a:cubicBezTo>
                    <a:pt x="254" y="153"/>
                    <a:pt x="253" y="151"/>
                    <a:pt x="252" y="149"/>
                  </a:cubicBezTo>
                  <a:cubicBezTo>
                    <a:pt x="253" y="149"/>
                    <a:pt x="253" y="149"/>
                    <a:pt x="253" y="149"/>
                  </a:cubicBezTo>
                  <a:cubicBezTo>
                    <a:pt x="259" y="147"/>
                    <a:pt x="266" y="162"/>
                    <a:pt x="274" y="147"/>
                  </a:cubicBezTo>
                  <a:cubicBezTo>
                    <a:pt x="280" y="149"/>
                    <a:pt x="289" y="157"/>
                    <a:pt x="296" y="153"/>
                  </a:cubicBezTo>
                  <a:cubicBezTo>
                    <a:pt x="309" y="147"/>
                    <a:pt x="312" y="126"/>
                    <a:pt x="312" y="104"/>
                  </a:cubicBezTo>
                  <a:cubicBezTo>
                    <a:pt x="312" y="97"/>
                    <a:pt x="313" y="86"/>
                    <a:pt x="310" y="81"/>
                  </a:cubicBezTo>
                  <a:cubicBezTo>
                    <a:pt x="310" y="78"/>
                    <a:pt x="310" y="75"/>
                    <a:pt x="310" y="73"/>
                  </a:cubicBezTo>
                  <a:cubicBezTo>
                    <a:pt x="310" y="67"/>
                    <a:pt x="310" y="56"/>
                    <a:pt x="308" y="51"/>
                  </a:cubicBezTo>
                  <a:cubicBezTo>
                    <a:pt x="308" y="49"/>
                    <a:pt x="307" y="45"/>
                    <a:pt x="307" y="43"/>
                  </a:cubicBezTo>
                  <a:cubicBezTo>
                    <a:pt x="305" y="35"/>
                    <a:pt x="304" y="27"/>
                    <a:pt x="301" y="21"/>
                  </a:cubicBezTo>
                  <a:cubicBezTo>
                    <a:pt x="270" y="17"/>
                    <a:pt x="248" y="27"/>
                    <a:pt x="235" y="46"/>
                  </a:cubicBezTo>
                  <a:cubicBezTo>
                    <a:pt x="232" y="50"/>
                    <a:pt x="222" y="63"/>
                    <a:pt x="225" y="70"/>
                  </a:cubicBezTo>
                  <a:cubicBezTo>
                    <a:pt x="233" y="70"/>
                    <a:pt x="243" y="58"/>
                    <a:pt x="249" y="54"/>
                  </a:cubicBezTo>
                  <a:cubicBezTo>
                    <a:pt x="250" y="54"/>
                    <a:pt x="254" y="53"/>
                    <a:pt x="254" y="53"/>
                  </a:cubicBezTo>
                  <a:cubicBezTo>
                    <a:pt x="280" y="51"/>
                    <a:pt x="264" y="71"/>
                    <a:pt x="264" y="83"/>
                  </a:cubicBezTo>
                  <a:cubicBezTo>
                    <a:pt x="268" y="85"/>
                    <a:pt x="278" y="95"/>
                    <a:pt x="284" y="92"/>
                  </a:cubicBezTo>
                  <a:cubicBezTo>
                    <a:pt x="284" y="91"/>
                    <a:pt x="285" y="90"/>
                    <a:pt x="286" y="90"/>
                  </a:cubicBezTo>
                  <a:cubicBezTo>
                    <a:pt x="293" y="90"/>
                    <a:pt x="311" y="103"/>
                    <a:pt x="302" y="112"/>
                  </a:cubicBezTo>
                  <a:cubicBezTo>
                    <a:pt x="299" y="115"/>
                    <a:pt x="294" y="117"/>
                    <a:pt x="290" y="120"/>
                  </a:cubicBezTo>
                  <a:cubicBezTo>
                    <a:pt x="285" y="123"/>
                    <a:pt x="280" y="129"/>
                    <a:pt x="274" y="133"/>
                  </a:cubicBezTo>
                  <a:cubicBezTo>
                    <a:pt x="274" y="133"/>
                    <a:pt x="272" y="133"/>
                    <a:pt x="273" y="134"/>
                  </a:cubicBezTo>
                  <a:cubicBezTo>
                    <a:pt x="268" y="137"/>
                    <a:pt x="260" y="139"/>
                    <a:pt x="254" y="143"/>
                  </a:cubicBezTo>
                  <a:cubicBezTo>
                    <a:pt x="251" y="145"/>
                    <a:pt x="243" y="143"/>
                    <a:pt x="240" y="143"/>
                  </a:cubicBezTo>
                  <a:cubicBezTo>
                    <a:pt x="238" y="140"/>
                    <a:pt x="232" y="133"/>
                    <a:pt x="236" y="127"/>
                  </a:cubicBezTo>
                  <a:cubicBezTo>
                    <a:pt x="237" y="124"/>
                    <a:pt x="242" y="120"/>
                    <a:pt x="244" y="119"/>
                  </a:cubicBezTo>
                  <a:cubicBezTo>
                    <a:pt x="244" y="116"/>
                    <a:pt x="243" y="116"/>
                    <a:pt x="241" y="116"/>
                  </a:cubicBezTo>
                  <a:cubicBezTo>
                    <a:pt x="238" y="121"/>
                    <a:pt x="227" y="110"/>
                    <a:pt x="226" y="108"/>
                  </a:cubicBezTo>
                  <a:cubicBezTo>
                    <a:pt x="226" y="105"/>
                    <a:pt x="226" y="102"/>
                    <a:pt x="226" y="99"/>
                  </a:cubicBezTo>
                  <a:cubicBezTo>
                    <a:pt x="229" y="98"/>
                    <a:pt x="231" y="95"/>
                    <a:pt x="234" y="93"/>
                  </a:cubicBezTo>
                  <a:cubicBezTo>
                    <a:pt x="242" y="89"/>
                    <a:pt x="256" y="87"/>
                    <a:pt x="252" y="74"/>
                  </a:cubicBezTo>
                  <a:cubicBezTo>
                    <a:pt x="252" y="74"/>
                    <a:pt x="251" y="74"/>
                    <a:pt x="250" y="74"/>
                  </a:cubicBezTo>
                  <a:cubicBezTo>
                    <a:pt x="246" y="78"/>
                    <a:pt x="227" y="77"/>
                    <a:pt x="223" y="83"/>
                  </a:cubicBezTo>
                  <a:cubicBezTo>
                    <a:pt x="220" y="86"/>
                    <a:pt x="223" y="93"/>
                    <a:pt x="221" y="97"/>
                  </a:cubicBezTo>
                  <a:cubicBezTo>
                    <a:pt x="219" y="97"/>
                    <a:pt x="220" y="103"/>
                    <a:pt x="218" y="105"/>
                  </a:cubicBezTo>
                  <a:cubicBezTo>
                    <a:pt x="214" y="114"/>
                    <a:pt x="219" y="132"/>
                    <a:pt x="217" y="141"/>
                  </a:cubicBezTo>
                  <a:cubicBezTo>
                    <a:pt x="217" y="144"/>
                    <a:pt x="216" y="149"/>
                    <a:pt x="216" y="151"/>
                  </a:cubicBezTo>
                  <a:close/>
                  <a:moveTo>
                    <a:pt x="197" y="154"/>
                  </a:moveTo>
                  <a:cubicBezTo>
                    <a:pt x="197" y="141"/>
                    <a:pt x="202" y="127"/>
                    <a:pt x="205" y="115"/>
                  </a:cubicBezTo>
                  <a:cubicBezTo>
                    <a:pt x="205" y="113"/>
                    <a:pt x="205" y="110"/>
                    <a:pt x="205" y="107"/>
                  </a:cubicBezTo>
                  <a:cubicBezTo>
                    <a:pt x="205" y="93"/>
                    <a:pt x="199" y="79"/>
                    <a:pt x="201" y="66"/>
                  </a:cubicBezTo>
                  <a:cubicBezTo>
                    <a:pt x="205" y="39"/>
                    <a:pt x="229" y="25"/>
                    <a:pt x="252" y="17"/>
                  </a:cubicBezTo>
                  <a:cubicBezTo>
                    <a:pt x="261" y="15"/>
                    <a:pt x="289" y="6"/>
                    <a:pt x="300" y="13"/>
                  </a:cubicBezTo>
                  <a:cubicBezTo>
                    <a:pt x="302" y="13"/>
                    <a:pt x="306" y="13"/>
                    <a:pt x="308" y="15"/>
                  </a:cubicBezTo>
                  <a:cubicBezTo>
                    <a:pt x="330" y="29"/>
                    <a:pt x="324" y="79"/>
                    <a:pt x="325" y="113"/>
                  </a:cubicBezTo>
                  <a:cubicBezTo>
                    <a:pt x="325" y="129"/>
                    <a:pt x="328" y="154"/>
                    <a:pt x="320" y="163"/>
                  </a:cubicBezTo>
                  <a:cubicBezTo>
                    <a:pt x="318" y="166"/>
                    <a:pt x="294" y="183"/>
                    <a:pt x="287" y="179"/>
                  </a:cubicBezTo>
                  <a:cubicBezTo>
                    <a:pt x="280" y="175"/>
                    <a:pt x="274" y="165"/>
                    <a:pt x="264" y="164"/>
                  </a:cubicBezTo>
                  <a:cubicBezTo>
                    <a:pt x="261" y="163"/>
                    <a:pt x="257" y="167"/>
                    <a:pt x="254" y="168"/>
                  </a:cubicBezTo>
                  <a:cubicBezTo>
                    <a:pt x="252" y="169"/>
                    <a:pt x="230" y="173"/>
                    <a:pt x="226" y="171"/>
                  </a:cubicBezTo>
                  <a:cubicBezTo>
                    <a:pt x="221" y="170"/>
                    <a:pt x="220" y="167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3" y="166"/>
                    <a:pt x="211" y="170"/>
                    <a:pt x="206" y="170"/>
                  </a:cubicBezTo>
                  <a:cubicBezTo>
                    <a:pt x="204" y="168"/>
                    <a:pt x="202" y="166"/>
                    <a:pt x="201" y="164"/>
                  </a:cubicBezTo>
                  <a:cubicBezTo>
                    <a:pt x="199" y="161"/>
                    <a:pt x="199" y="158"/>
                    <a:pt x="197" y="154"/>
                  </a:cubicBezTo>
                  <a:close/>
                  <a:moveTo>
                    <a:pt x="83" y="79"/>
                  </a:moveTo>
                  <a:cubicBezTo>
                    <a:pt x="84" y="83"/>
                    <a:pt x="84" y="85"/>
                    <a:pt x="85" y="87"/>
                  </a:cubicBezTo>
                  <a:cubicBezTo>
                    <a:pt x="92" y="84"/>
                    <a:pt x="115" y="69"/>
                    <a:pt x="116" y="62"/>
                  </a:cubicBezTo>
                  <a:cubicBezTo>
                    <a:pt x="116" y="62"/>
                    <a:pt x="116" y="62"/>
                    <a:pt x="115" y="62"/>
                  </a:cubicBezTo>
                  <a:cubicBezTo>
                    <a:pt x="111" y="60"/>
                    <a:pt x="105" y="62"/>
                    <a:pt x="101" y="63"/>
                  </a:cubicBezTo>
                  <a:cubicBezTo>
                    <a:pt x="98" y="63"/>
                    <a:pt x="96" y="63"/>
                    <a:pt x="93" y="63"/>
                  </a:cubicBezTo>
                  <a:cubicBezTo>
                    <a:pt x="84" y="65"/>
                    <a:pt x="82" y="70"/>
                    <a:pt x="83" y="79"/>
                  </a:cubicBezTo>
                  <a:close/>
                  <a:moveTo>
                    <a:pt x="32" y="97"/>
                  </a:moveTo>
                  <a:cubicBezTo>
                    <a:pt x="36" y="101"/>
                    <a:pt x="36" y="104"/>
                    <a:pt x="36" y="112"/>
                  </a:cubicBezTo>
                  <a:cubicBezTo>
                    <a:pt x="38" y="113"/>
                    <a:pt x="38" y="113"/>
                    <a:pt x="38" y="114"/>
                  </a:cubicBezTo>
                  <a:cubicBezTo>
                    <a:pt x="41" y="114"/>
                    <a:pt x="44" y="114"/>
                    <a:pt x="46" y="113"/>
                  </a:cubicBezTo>
                  <a:cubicBezTo>
                    <a:pt x="47" y="111"/>
                    <a:pt x="50" y="108"/>
                    <a:pt x="50" y="106"/>
                  </a:cubicBezTo>
                  <a:cubicBezTo>
                    <a:pt x="52" y="100"/>
                    <a:pt x="53" y="86"/>
                    <a:pt x="49" y="83"/>
                  </a:cubicBezTo>
                  <a:cubicBezTo>
                    <a:pt x="49" y="83"/>
                    <a:pt x="49" y="82"/>
                    <a:pt x="48" y="82"/>
                  </a:cubicBezTo>
                  <a:cubicBezTo>
                    <a:pt x="42" y="82"/>
                    <a:pt x="34" y="89"/>
                    <a:pt x="32" y="94"/>
                  </a:cubicBezTo>
                  <a:cubicBezTo>
                    <a:pt x="32" y="95"/>
                    <a:pt x="32" y="96"/>
                    <a:pt x="32" y="97"/>
                  </a:cubicBezTo>
                  <a:close/>
                  <a:moveTo>
                    <a:pt x="3" y="66"/>
                  </a:moveTo>
                  <a:cubicBezTo>
                    <a:pt x="9" y="66"/>
                    <a:pt x="12" y="70"/>
                    <a:pt x="14" y="73"/>
                  </a:cubicBezTo>
                  <a:cubicBezTo>
                    <a:pt x="16" y="73"/>
                    <a:pt x="18" y="73"/>
                    <a:pt x="19" y="73"/>
                  </a:cubicBezTo>
                  <a:cubicBezTo>
                    <a:pt x="22" y="71"/>
                    <a:pt x="24" y="69"/>
                    <a:pt x="26" y="67"/>
                  </a:cubicBezTo>
                  <a:cubicBezTo>
                    <a:pt x="31" y="64"/>
                    <a:pt x="38" y="63"/>
                    <a:pt x="44" y="60"/>
                  </a:cubicBezTo>
                  <a:cubicBezTo>
                    <a:pt x="48" y="57"/>
                    <a:pt x="51" y="59"/>
                    <a:pt x="54" y="55"/>
                  </a:cubicBezTo>
                  <a:cubicBezTo>
                    <a:pt x="57" y="47"/>
                    <a:pt x="51" y="40"/>
                    <a:pt x="54" y="31"/>
                  </a:cubicBezTo>
                  <a:cubicBezTo>
                    <a:pt x="55" y="26"/>
                    <a:pt x="56" y="23"/>
                    <a:pt x="57" y="17"/>
                  </a:cubicBezTo>
                  <a:cubicBezTo>
                    <a:pt x="57" y="17"/>
                    <a:pt x="56" y="5"/>
                    <a:pt x="58" y="7"/>
                  </a:cubicBezTo>
                  <a:cubicBezTo>
                    <a:pt x="58" y="6"/>
                    <a:pt x="58" y="6"/>
                    <a:pt x="59" y="6"/>
                  </a:cubicBezTo>
                  <a:cubicBezTo>
                    <a:pt x="69" y="5"/>
                    <a:pt x="83" y="21"/>
                    <a:pt x="92" y="27"/>
                  </a:cubicBezTo>
                  <a:cubicBezTo>
                    <a:pt x="92" y="35"/>
                    <a:pt x="89" y="43"/>
                    <a:pt x="90" y="51"/>
                  </a:cubicBezTo>
                  <a:cubicBezTo>
                    <a:pt x="100" y="55"/>
                    <a:pt x="115" y="50"/>
                    <a:pt x="126" y="48"/>
                  </a:cubicBezTo>
                  <a:cubicBezTo>
                    <a:pt x="130" y="48"/>
                    <a:pt x="134" y="48"/>
                    <a:pt x="138" y="49"/>
                  </a:cubicBezTo>
                  <a:cubicBezTo>
                    <a:pt x="140" y="50"/>
                    <a:pt x="142" y="53"/>
                    <a:pt x="144" y="53"/>
                  </a:cubicBezTo>
                  <a:cubicBezTo>
                    <a:pt x="144" y="53"/>
                    <a:pt x="144" y="55"/>
                    <a:pt x="144" y="55"/>
                  </a:cubicBezTo>
                  <a:cubicBezTo>
                    <a:pt x="140" y="59"/>
                    <a:pt x="136" y="64"/>
                    <a:pt x="133" y="68"/>
                  </a:cubicBezTo>
                  <a:cubicBezTo>
                    <a:pt x="130" y="71"/>
                    <a:pt x="120" y="76"/>
                    <a:pt x="114" y="79"/>
                  </a:cubicBezTo>
                  <a:cubicBezTo>
                    <a:pt x="110" y="82"/>
                    <a:pt x="104" y="83"/>
                    <a:pt x="104" y="90"/>
                  </a:cubicBezTo>
                  <a:cubicBezTo>
                    <a:pt x="105" y="91"/>
                    <a:pt x="106" y="91"/>
                    <a:pt x="106" y="92"/>
                  </a:cubicBezTo>
                  <a:cubicBezTo>
                    <a:pt x="114" y="95"/>
                    <a:pt x="125" y="91"/>
                    <a:pt x="128" y="99"/>
                  </a:cubicBezTo>
                  <a:cubicBezTo>
                    <a:pt x="129" y="101"/>
                    <a:pt x="130" y="103"/>
                    <a:pt x="129" y="105"/>
                  </a:cubicBezTo>
                  <a:cubicBezTo>
                    <a:pt x="124" y="112"/>
                    <a:pt x="112" y="106"/>
                    <a:pt x="105" y="111"/>
                  </a:cubicBezTo>
                  <a:cubicBezTo>
                    <a:pt x="99" y="115"/>
                    <a:pt x="94" y="120"/>
                    <a:pt x="89" y="124"/>
                  </a:cubicBezTo>
                  <a:cubicBezTo>
                    <a:pt x="84" y="127"/>
                    <a:pt x="79" y="125"/>
                    <a:pt x="76" y="130"/>
                  </a:cubicBezTo>
                  <a:cubicBezTo>
                    <a:pt x="72" y="136"/>
                    <a:pt x="76" y="147"/>
                    <a:pt x="74" y="153"/>
                  </a:cubicBezTo>
                  <a:cubicBezTo>
                    <a:pt x="74" y="155"/>
                    <a:pt x="73" y="156"/>
                    <a:pt x="73" y="157"/>
                  </a:cubicBezTo>
                  <a:cubicBezTo>
                    <a:pt x="64" y="159"/>
                    <a:pt x="66" y="177"/>
                    <a:pt x="59" y="183"/>
                  </a:cubicBezTo>
                  <a:cubicBezTo>
                    <a:pt x="57" y="172"/>
                    <a:pt x="50" y="162"/>
                    <a:pt x="48" y="152"/>
                  </a:cubicBezTo>
                  <a:cubicBezTo>
                    <a:pt x="48" y="147"/>
                    <a:pt x="50" y="142"/>
                    <a:pt x="46" y="139"/>
                  </a:cubicBezTo>
                  <a:cubicBezTo>
                    <a:pt x="44" y="138"/>
                    <a:pt x="40" y="139"/>
                    <a:pt x="38" y="138"/>
                  </a:cubicBezTo>
                  <a:cubicBezTo>
                    <a:pt x="36" y="132"/>
                    <a:pt x="34" y="123"/>
                    <a:pt x="26" y="121"/>
                  </a:cubicBezTo>
                  <a:cubicBezTo>
                    <a:pt x="23" y="120"/>
                    <a:pt x="22" y="122"/>
                    <a:pt x="17" y="122"/>
                  </a:cubicBezTo>
                  <a:cubicBezTo>
                    <a:pt x="16" y="120"/>
                    <a:pt x="15" y="116"/>
                    <a:pt x="14" y="114"/>
                  </a:cubicBezTo>
                  <a:cubicBezTo>
                    <a:pt x="12" y="111"/>
                    <a:pt x="7" y="110"/>
                    <a:pt x="5" y="107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3" y="102"/>
                    <a:pt x="5" y="99"/>
                    <a:pt x="4" y="96"/>
                  </a:cubicBezTo>
                  <a:cubicBezTo>
                    <a:pt x="4" y="94"/>
                    <a:pt x="1" y="93"/>
                    <a:pt x="0" y="90"/>
                  </a:cubicBezTo>
                  <a:cubicBezTo>
                    <a:pt x="4" y="85"/>
                    <a:pt x="3" y="76"/>
                    <a:pt x="3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35" name="Freeform 37"/>
            <p:cNvSpPr>
              <a:spLocks noEditPoints="1"/>
            </p:cNvSpPr>
            <p:nvPr userDrawn="1"/>
          </p:nvSpPr>
          <p:spPr bwMode="auto">
            <a:xfrm>
              <a:off x="8797988" y="4643741"/>
              <a:ext cx="334963" cy="325438"/>
            </a:xfrm>
            <a:custGeom>
              <a:avLst/>
              <a:gdLst>
                <a:gd name="T0" fmla="*/ 218 w 225"/>
                <a:gd name="T1" fmla="*/ 76 h 216"/>
                <a:gd name="T2" fmla="*/ 170 w 225"/>
                <a:gd name="T3" fmla="*/ 32 h 216"/>
                <a:gd name="T4" fmla="*/ 113 w 225"/>
                <a:gd name="T5" fmla="*/ 0 h 216"/>
                <a:gd name="T6" fmla="*/ 56 w 225"/>
                <a:gd name="T7" fmla="*/ 32 h 216"/>
                <a:gd name="T8" fmla="*/ 8 w 225"/>
                <a:gd name="T9" fmla="*/ 76 h 216"/>
                <a:gd name="T10" fmla="*/ 21 w 225"/>
                <a:gd name="T11" fmla="*/ 140 h 216"/>
                <a:gd name="T12" fmla="*/ 48 w 225"/>
                <a:gd name="T13" fmla="*/ 200 h 216"/>
                <a:gd name="T14" fmla="*/ 112 w 225"/>
                <a:gd name="T15" fmla="*/ 207 h 216"/>
                <a:gd name="T16" fmla="*/ 177 w 225"/>
                <a:gd name="T17" fmla="*/ 200 h 216"/>
                <a:gd name="T18" fmla="*/ 204 w 225"/>
                <a:gd name="T19" fmla="*/ 140 h 216"/>
                <a:gd name="T20" fmla="*/ 218 w 225"/>
                <a:gd name="T21" fmla="*/ 76 h 216"/>
                <a:gd name="T22" fmla="*/ 113 w 225"/>
                <a:gd name="T23" fmla="*/ 201 h 216"/>
                <a:gd name="T24" fmla="*/ 22 w 225"/>
                <a:gd name="T25" fmla="*/ 110 h 216"/>
                <a:gd name="T26" fmla="*/ 113 w 225"/>
                <a:gd name="T27" fmla="*/ 20 h 216"/>
                <a:gd name="T28" fmla="*/ 204 w 225"/>
                <a:gd name="T29" fmla="*/ 111 h 216"/>
                <a:gd name="T30" fmla="*/ 113 w 225"/>
                <a:gd name="T31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5" h="216">
                  <a:moveTo>
                    <a:pt x="218" y="76"/>
                  </a:moveTo>
                  <a:cubicBezTo>
                    <a:pt x="210" y="53"/>
                    <a:pt x="191" y="37"/>
                    <a:pt x="170" y="32"/>
                  </a:cubicBezTo>
                  <a:cubicBezTo>
                    <a:pt x="158" y="13"/>
                    <a:pt x="137" y="0"/>
                    <a:pt x="113" y="0"/>
                  </a:cubicBezTo>
                  <a:cubicBezTo>
                    <a:pt x="89" y="0"/>
                    <a:pt x="68" y="13"/>
                    <a:pt x="56" y="32"/>
                  </a:cubicBezTo>
                  <a:cubicBezTo>
                    <a:pt x="34" y="37"/>
                    <a:pt x="15" y="53"/>
                    <a:pt x="8" y="76"/>
                  </a:cubicBezTo>
                  <a:cubicBezTo>
                    <a:pt x="0" y="99"/>
                    <a:pt x="6" y="123"/>
                    <a:pt x="21" y="140"/>
                  </a:cubicBezTo>
                  <a:cubicBezTo>
                    <a:pt x="18" y="163"/>
                    <a:pt x="28" y="185"/>
                    <a:pt x="48" y="200"/>
                  </a:cubicBezTo>
                  <a:cubicBezTo>
                    <a:pt x="67" y="214"/>
                    <a:pt x="92" y="216"/>
                    <a:pt x="112" y="207"/>
                  </a:cubicBezTo>
                  <a:cubicBezTo>
                    <a:pt x="133" y="216"/>
                    <a:pt x="158" y="214"/>
                    <a:pt x="177" y="200"/>
                  </a:cubicBezTo>
                  <a:cubicBezTo>
                    <a:pt x="197" y="186"/>
                    <a:pt x="206" y="163"/>
                    <a:pt x="204" y="140"/>
                  </a:cubicBezTo>
                  <a:cubicBezTo>
                    <a:pt x="220" y="123"/>
                    <a:pt x="225" y="99"/>
                    <a:pt x="218" y="76"/>
                  </a:cubicBezTo>
                  <a:close/>
                  <a:moveTo>
                    <a:pt x="113" y="201"/>
                  </a:moveTo>
                  <a:cubicBezTo>
                    <a:pt x="63" y="201"/>
                    <a:pt x="22" y="160"/>
                    <a:pt x="22" y="110"/>
                  </a:cubicBezTo>
                  <a:cubicBezTo>
                    <a:pt x="22" y="60"/>
                    <a:pt x="62" y="20"/>
                    <a:pt x="113" y="20"/>
                  </a:cubicBezTo>
                  <a:cubicBezTo>
                    <a:pt x="163" y="20"/>
                    <a:pt x="204" y="61"/>
                    <a:pt x="204" y="111"/>
                  </a:cubicBezTo>
                  <a:cubicBezTo>
                    <a:pt x="204" y="161"/>
                    <a:pt x="163" y="201"/>
                    <a:pt x="113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36" name="Freeform 38"/>
            <p:cNvSpPr>
              <a:spLocks noEditPoints="1"/>
            </p:cNvSpPr>
            <p:nvPr userDrawn="1"/>
          </p:nvSpPr>
          <p:spPr bwMode="auto">
            <a:xfrm>
              <a:off x="8872600" y="4775504"/>
              <a:ext cx="84138" cy="26988"/>
            </a:xfrm>
            <a:custGeom>
              <a:avLst/>
              <a:gdLst>
                <a:gd name="T0" fmla="*/ 4 w 56"/>
                <a:gd name="T1" fmla="*/ 17 h 18"/>
                <a:gd name="T2" fmla="*/ 0 w 56"/>
                <a:gd name="T3" fmla="*/ 7 h 18"/>
                <a:gd name="T4" fmla="*/ 3 w 56"/>
                <a:gd name="T5" fmla="*/ 2 h 18"/>
                <a:gd name="T6" fmla="*/ 8 w 56"/>
                <a:gd name="T7" fmla="*/ 0 h 18"/>
                <a:gd name="T8" fmla="*/ 15 w 56"/>
                <a:gd name="T9" fmla="*/ 13 h 18"/>
                <a:gd name="T10" fmla="*/ 19 w 56"/>
                <a:gd name="T11" fmla="*/ 14 h 18"/>
                <a:gd name="T12" fmla="*/ 22 w 56"/>
                <a:gd name="T13" fmla="*/ 14 h 18"/>
                <a:gd name="T14" fmla="*/ 20 w 56"/>
                <a:gd name="T15" fmla="*/ 12 h 18"/>
                <a:gd name="T16" fmla="*/ 14 w 56"/>
                <a:gd name="T17" fmla="*/ 6 h 18"/>
                <a:gd name="T18" fmla="*/ 20 w 56"/>
                <a:gd name="T19" fmla="*/ 0 h 18"/>
                <a:gd name="T20" fmla="*/ 26 w 56"/>
                <a:gd name="T21" fmla="*/ 8 h 18"/>
                <a:gd name="T22" fmla="*/ 19 w 56"/>
                <a:gd name="T23" fmla="*/ 18 h 18"/>
                <a:gd name="T24" fmla="*/ 15 w 56"/>
                <a:gd name="T25" fmla="*/ 13 h 18"/>
                <a:gd name="T26" fmla="*/ 22 w 56"/>
                <a:gd name="T27" fmla="*/ 3 h 18"/>
                <a:gd name="T28" fmla="*/ 18 w 56"/>
                <a:gd name="T29" fmla="*/ 3 h 18"/>
                <a:gd name="T30" fmla="*/ 18 w 56"/>
                <a:gd name="T31" fmla="*/ 8 h 18"/>
                <a:gd name="T32" fmla="*/ 22 w 56"/>
                <a:gd name="T33" fmla="*/ 8 h 18"/>
                <a:gd name="T34" fmla="*/ 30 w 56"/>
                <a:gd name="T35" fmla="*/ 13 h 18"/>
                <a:gd name="T36" fmla="*/ 34 w 56"/>
                <a:gd name="T37" fmla="*/ 14 h 18"/>
                <a:gd name="T38" fmla="*/ 38 w 56"/>
                <a:gd name="T39" fmla="*/ 14 h 18"/>
                <a:gd name="T40" fmla="*/ 38 w 56"/>
                <a:gd name="T41" fmla="*/ 9 h 18"/>
                <a:gd name="T42" fmla="*/ 33 w 56"/>
                <a:gd name="T43" fmla="*/ 10 h 18"/>
                <a:gd name="T44" fmla="*/ 32 w 56"/>
                <a:gd name="T45" fmla="*/ 0 h 18"/>
                <a:gd name="T46" fmla="*/ 41 w 56"/>
                <a:gd name="T47" fmla="*/ 3 h 18"/>
                <a:gd name="T48" fmla="*/ 34 w 56"/>
                <a:gd name="T49" fmla="*/ 6 h 18"/>
                <a:gd name="T50" fmla="*/ 41 w 56"/>
                <a:gd name="T51" fmla="*/ 8 h 18"/>
                <a:gd name="T52" fmla="*/ 41 w 56"/>
                <a:gd name="T53" fmla="*/ 16 h 18"/>
                <a:gd name="T54" fmla="*/ 32 w 56"/>
                <a:gd name="T55" fmla="*/ 17 h 18"/>
                <a:gd name="T56" fmla="*/ 48 w 56"/>
                <a:gd name="T57" fmla="*/ 8 h 18"/>
                <a:gd name="T58" fmla="*/ 45 w 56"/>
                <a:gd name="T59" fmla="*/ 4 h 18"/>
                <a:gd name="T60" fmla="*/ 50 w 56"/>
                <a:gd name="T61" fmla="*/ 0 h 18"/>
                <a:gd name="T62" fmla="*/ 56 w 56"/>
                <a:gd name="T63" fmla="*/ 4 h 18"/>
                <a:gd name="T64" fmla="*/ 53 w 56"/>
                <a:gd name="T65" fmla="*/ 8 h 18"/>
                <a:gd name="T66" fmla="*/ 56 w 56"/>
                <a:gd name="T67" fmla="*/ 12 h 18"/>
                <a:gd name="T68" fmla="*/ 50 w 56"/>
                <a:gd name="T69" fmla="*/ 18 h 18"/>
                <a:gd name="T70" fmla="*/ 44 w 56"/>
                <a:gd name="T71" fmla="*/ 13 h 18"/>
                <a:gd name="T72" fmla="*/ 48 w 56"/>
                <a:gd name="T73" fmla="*/ 8 h 18"/>
                <a:gd name="T74" fmla="*/ 49 w 56"/>
                <a:gd name="T75" fmla="*/ 6 h 18"/>
                <a:gd name="T76" fmla="*/ 52 w 56"/>
                <a:gd name="T77" fmla="*/ 6 h 18"/>
                <a:gd name="T78" fmla="*/ 52 w 56"/>
                <a:gd name="T79" fmla="*/ 3 h 18"/>
                <a:gd name="T80" fmla="*/ 49 w 56"/>
                <a:gd name="T81" fmla="*/ 3 h 18"/>
                <a:gd name="T82" fmla="*/ 48 w 56"/>
                <a:gd name="T83" fmla="*/ 12 h 18"/>
                <a:gd name="T84" fmla="*/ 51 w 56"/>
                <a:gd name="T85" fmla="*/ 15 h 18"/>
                <a:gd name="T86" fmla="*/ 54 w 56"/>
                <a:gd name="T87" fmla="*/ 12 h 18"/>
                <a:gd name="T88" fmla="*/ 51 w 56"/>
                <a:gd name="T89" fmla="*/ 9 h 18"/>
                <a:gd name="T90" fmla="*/ 48 w 56"/>
                <a:gd name="T9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18">
                  <a:moveTo>
                    <a:pt x="8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6"/>
                    <a:pt x="2" y="6"/>
                    <a:pt x="0" y="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3"/>
                    <a:pt x="3" y="2"/>
                  </a:cubicBezTo>
                  <a:cubicBezTo>
                    <a:pt x="4" y="2"/>
                    <a:pt x="4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7"/>
                    <a:pt x="8" y="17"/>
                    <a:pt x="8" y="17"/>
                  </a:cubicBezTo>
                  <a:close/>
                  <a:moveTo>
                    <a:pt x="15" y="13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4"/>
                    <a:pt x="22" y="14"/>
                  </a:cubicBezTo>
                  <a:cubicBezTo>
                    <a:pt x="22" y="13"/>
                    <a:pt x="23" y="12"/>
                    <a:pt x="23" y="10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8" y="12"/>
                    <a:pt x="17" y="11"/>
                    <a:pt x="16" y="10"/>
                  </a:cubicBezTo>
                  <a:cubicBezTo>
                    <a:pt x="15" y="9"/>
                    <a:pt x="14" y="8"/>
                    <a:pt x="14" y="6"/>
                  </a:cubicBezTo>
                  <a:cubicBezTo>
                    <a:pt x="14" y="4"/>
                    <a:pt x="15" y="2"/>
                    <a:pt x="16" y="1"/>
                  </a:cubicBezTo>
                  <a:cubicBezTo>
                    <a:pt x="17" y="0"/>
                    <a:pt x="18" y="0"/>
                    <a:pt x="20" y="0"/>
                  </a:cubicBezTo>
                  <a:cubicBezTo>
                    <a:pt x="22" y="0"/>
                    <a:pt x="23" y="0"/>
                    <a:pt x="24" y="2"/>
                  </a:cubicBezTo>
                  <a:cubicBezTo>
                    <a:pt x="26" y="3"/>
                    <a:pt x="26" y="5"/>
                    <a:pt x="26" y="8"/>
                  </a:cubicBezTo>
                  <a:cubicBezTo>
                    <a:pt x="26" y="12"/>
                    <a:pt x="25" y="14"/>
                    <a:pt x="24" y="16"/>
                  </a:cubicBezTo>
                  <a:cubicBezTo>
                    <a:pt x="23" y="17"/>
                    <a:pt x="21" y="18"/>
                    <a:pt x="19" y="18"/>
                  </a:cubicBezTo>
                  <a:cubicBezTo>
                    <a:pt x="18" y="18"/>
                    <a:pt x="17" y="17"/>
                    <a:pt x="16" y="16"/>
                  </a:cubicBezTo>
                  <a:cubicBezTo>
                    <a:pt x="16" y="16"/>
                    <a:pt x="15" y="15"/>
                    <a:pt x="15" y="13"/>
                  </a:cubicBezTo>
                  <a:close/>
                  <a:moveTo>
                    <a:pt x="22" y="6"/>
                  </a:moveTo>
                  <a:cubicBezTo>
                    <a:pt x="22" y="4"/>
                    <a:pt x="22" y="4"/>
                    <a:pt x="22" y="3"/>
                  </a:cubicBezTo>
                  <a:cubicBezTo>
                    <a:pt x="21" y="2"/>
                    <a:pt x="21" y="2"/>
                    <a:pt x="20" y="2"/>
                  </a:cubicBezTo>
                  <a:cubicBezTo>
                    <a:pt x="19" y="2"/>
                    <a:pt x="19" y="3"/>
                    <a:pt x="18" y="3"/>
                  </a:cubicBezTo>
                  <a:cubicBezTo>
                    <a:pt x="18" y="4"/>
                    <a:pt x="18" y="4"/>
                    <a:pt x="18" y="6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9" y="8"/>
                    <a:pt x="20" y="9"/>
                    <a:pt x="20" y="9"/>
                  </a:cubicBezTo>
                  <a:cubicBezTo>
                    <a:pt x="21" y="9"/>
                    <a:pt x="21" y="8"/>
                    <a:pt x="22" y="8"/>
                  </a:cubicBezTo>
                  <a:cubicBezTo>
                    <a:pt x="22" y="8"/>
                    <a:pt x="22" y="7"/>
                    <a:pt x="22" y="6"/>
                  </a:cubicBezTo>
                  <a:close/>
                  <a:moveTo>
                    <a:pt x="30" y="13"/>
                  </a:moveTo>
                  <a:cubicBezTo>
                    <a:pt x="34" y="12"/>
                    <a:pt x="34" y="12"/>
                    <a:pt x="34" y="12"/>
                  </a:cubicBezTo>
                  <a:cubicBezTo>
                    <a:pt x="34" y="13"/>
                    <a:pt x="34" y="14"/>
                    <a:pt x="34" y="14"/>
                  </a:cubicBezTo>
                  <a:cubicBezTo>
                    <a:pt x="35" y="15"/>
                    <a:pt x="36" y="15"/>
                    <a:pt x="36" y="15"/>
                  </a:cubicBezTo>
                  <a:cubicBezTo>
                    <a:pt x="37" y="15"/>
                    <a:pt x="37" y="15"/>
                    <a:pt x="38" y="14"/>
                  </a:cubicBezTo>
                  <a:cubicBezTo>
                    <a:pt x="38" y="14"/>
                    <a:pt x="39" y="13"/>
                    <a:pt x="39" y="12"/>
                  </a:cubicBezTo>
                  <a:cubicBezTo>
                    <a:pt x="39" y="10"/>
                    <a:pt x="38" y="10"/>
                    <a:pt x="38" y="9"/>
                  </a:cubicBezTo>
                  <a:cubicBezTo>
                    <a:pt x="38" y="9"/>
                    <a:pt x="37" y="8"/>
                    <a:pt x="36" y="8"/>
                  </a:cubicBezTo>
                  <a:cubicBezTo>
                    <a:pt x="35" y="8"/>
                    <a:pt x="34" y="9"/>
                    <a:pt x="33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6"/>
                    <a:pt x="36" y="6"/>
                    <a:pt x="37" y="6"/>
                  </a:cubicBezTo>
                  <a:cubicBezTo>
                    <a:pt x="38" y="6"/>
                    <a:pt x="40" y="6"/>
                    <a:pt x="41" y="8"/>
                  </a:cubicBezTo>
                  <a:cubicBezTo>
                    <a:pt x="42" y="9"/>
                    <a:pt x="42" y="10"/>
                    <a:pt x="42" y="12"/>
                  </a:cubicBezTo>
                  <a:cubicBezTo>
                    <a:pt x="42" y="14"/>
                    <a:pt x="42" y="15"/>
                    <a:pt x="41" y="16"/>
                  </a:cubicBezTo>
                  <a:cubicBezTo>
                    <a:pt x="40" y="18"/>
                    <a:pt x="38" y="18"/>
                    <a:pt x="36" y="18"/>
                  </a:cubicBezTo>
                  <a:cubicBezTo>
                    <a:pt x="35" y="18"/>
                    <a:pt x="33" y="18"/>
                    <a:pt x="32" y="17"/>
                  </a:cubicBezTo>
                  <a:cubicBezTo>
                    <a:pt x="31" y="16"/>
                    <a:pt x="30" y="14"/>
                    <a:pt x="30" y="13"/>
                  </a:cubicBezTo>
                  <a:close/>
                  <a:moveTo>
                    <a:pt x="48" y="8"/>
                  </a:moveTo>
                  <a:cubicBezTo>
                    <a:pt x="47" y="7"/>
                    <a:pt x="46" y="7"/>
                    <a:pt x="46" y="6"/>
                  </a:cubicBezTo>
                  <a:cubicBezTo>
                    <a:pt x="46" y="5"/>
                    <a:pt x="45" y="5"/>
                    <a:pt x="45" y="4"/>
                  </a:cubicBezTo>
                  <a:cubicBezTo>
                    <a:pt x="45" y="3"/>
                    <a:pt x="46" y="2"/>
                    <a:pt x="46" y="1"/>
                  </a:cubicBezTo>
                  <a:cubicBezTo>
                    <a:pt x="47" y="0"/>
                    <a:pt x="49" y="0"/>
                    <a:pt x="50" y="0"/>
                  </a:cubicBezTo>
                  <a:cubicBezTo>
                    <a:pt x="52" y="0"/>
                    <a:pt x="54" y="0"/>
                    <a:pt x="54" y="1"/>
                  </a:cubicBezTo>
                  <a:cubicBezTo>
                    <a:pt x="55" y="2"/>
                    <a:pt x="56" y="3"/>
                    <a:pt x="56" y="4"/>
                  </a:cubicBezTo>
                  <a:cubicBezTo>
                    <a:pt x="56" y="5"/>
                    <a:pt x="56" y="6"/>
                    <a:pt x="55" y="6"/>
                  </a:cubicBezTo>
                  <a:cubicBezTo>
                    <a:pt x="55" y="7"/>
                    <a:pt x="54" y="8"/>
                    <a:pt x="53" y="8"/>
                  </a:cubicBezTo>
                  <a:cubicBezTo>
                    <a:pt x="54" y="8"/>
                    <a:pt x="55" y="9"/>
                    <a:pt x="56" y="10"/>
                  </a:cubicBezTo>
                  <a:cubicBezTo>
                    <a:pt x="56" y="10"/>
                    <a:pt x="56" y="11"/>
                    <a:pt x="56" y="12"/>
                  </a:cubicBezTo>
                  <a:cubicBezTo>
                    <a:pt x="56" y="14"/>
                    <a:pt x="56" y="15"/>
                    <a:pt x="55" y="16"/>
                  </a:cubicBezTo>
                  <a:cubicBezTo>
                    <a:pt x="54" y="18"/>
                    <a:pt x="52" y="18"/>
                    <a:pt x="50" y="18"/>
                  </a:cubicBezTo>
                  <a:cubicBezTo>
                    <a:pt x="49" y="18"/>
                    <a:pt x="48" y="18"/>
                    <a:pt x="46" y="17"/>
                  </a:cubicBezTo>
                  <a:cubicBezTo>
                    <a:pt x="45" y="16"/>
                    <a:pt x="44" y="14"/>
                    <a:pt x="44" y="13"/>
                  </a:cubicBezTo>
                  <a:cubicBezTo>
                    <a:pt x="44" y="12"/>
                    <a:pt x="45" y="11"/>
                    <a:pt x="45" y="10"/>
                  </a:cubicBezTo>
                  <a:cubicBezTo>
                    <a:pt x="46" y="9"/>
                    <a:pt x="47" y="8"/>
                    <a:pt x="48" y="8"/>
                  </a:cubicBezTo>
                  <a:close/>
                  <a:moveTo>
                    <a:pt x="49" y="4"/>
                  </a:moveTo>
                  <a:cubicBezTo>
                    <a:pt x="49" y="5"/>
                    <a:pt x="49" y="6"/>
                    <a:pt x="49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6"/>
                    <a:pt x="53" y="5"/>
                    <a:pt x="53" y="4"/>
                  </a:cubicBezTo>
                  <a:cubicBezTo>
                    <a:pt x="53" y="4"/>
                    <a:pt x="53" y="3"/>
                    <a:pt x="52" y="3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0" y="2"/>
                    <a:pt x="50" y="2"/>
                    <a:pt x="49" y="3"/>
                  </a:cubicBezTo>
                  <a:cubicBezTo>
                    <a:pt x="49" y="3"/>
                    <a:pt x="49" y="4"/>
                    <a:pt x="49" y="4"/>
                  </a:cubicBezTo>
                  <a:close/>
                  <a:moveTo>
                    <a:pt x="48" y="12"/>
                  </a:moveTo>
                  <a:cubicBezTo>
                    <a:pt x="48" y="13"/>
                    <a:pt x="49" y="14"/>
                    <a:pt x="49" y="14"/>
                  </a:cubicBezTo>
                  <a:cubicBezTo>
                    <a:pt x="50" y="15"/>
                    <a:pt x="50" y="15"/>
                    <a:pt x="51" y="15"/>
                  </a:cubicBezTo>
                  <a:cubicBezTo>
                    <a:pt x="52" y="15"/>
                    <a:pt x="52" y="15"/>
                    <a:pt x="53" y="14"/>
                  </a:cubicBezTo>
                  <a:cubicBezTo>
                    <a:pt x="53" y="14"/>
                    <a:pt x="54" y="13"/>
                    <a:pt x="54" y="12"/>
                  </a:cubicBezTo>
                  <a:cubicBezTo>
                    <a:pt x="54" y="11"/>
                    <a:pt x="53" y="10"/>
                    <a:pt x="53" y="10"/>
                  </a:cubicBezTo>
                  <a:cubicBezTo>
                    <a:pt x="52" y="10"/>
                    <a:pt x="52" y="9"/>
                    <a:pt x="51" y="9"/>
                  </a:cubicBezTo>
                  <a:cubicBezTo>
                    <a:pt x="50" y="9"/>
                    <a:pt x="50" y="10"/>
                    <a:pt x="49" y="10"/>
                  </a:cubicBezTo>
                  <a:cubicBezTo>
                    <a:pt x="49" y="11"/>
                    <a:pt x="48" y="11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37" name="Freeform 39"/>
            <p:cNvSpPr>
              <a:spLocks noEditPoints="1"/>
            </p:cNvSpPr>
            <p:nvPr userDrawn="1"/>
          </p:nvSpPr>
          <p:spPr bwMode="auto">
            <a:xfrm>
              <a:off x="8729725" y="4570716"/>
              <a:ext cx="474663" cy="477838"/>
            </a:xfrm>
            <a:custGeom>
              <a:avLst/>
              <a:gdLst>
                <a:gd name="T0" fmla="*/ 159 w 318"/>
                <a:gd name="T1" fmla="*/ 0 h 318"/>
                <a:gd name="T2" fmla="*/ 0 w 318"/>
                <a:gd name="T3" fmla="*/ 159 h 318"/>
                <a:gd name="T4" fmla="*/ 159 w 318"/>
                <a:gd name="T5" fmla="*/ 318 h 318"/>
                <a:gd name="T6" fmla="*/ 318 w 318"/>
                <a:gd name="T7" fmla="*/ 159 h 318"/>
                <a:gd name="T8" fmla="*/ 159 w 318"/>
                <a:gd name="T9" fmla="*/ 0 h 318"/>
                <a:gd name="T10" fmla="*/ 159 w 318"/>
                <a:gd name="T11" fmla="*/ 312 h 318"/>
                <a:gd name="T12" fmla="*/ 6 w 318"/>
                <a:gd name="T13" fmla="*/ 159 h 318"/>
                <a:gd name="T14" fmla="*/ 159 w 318"/>
                <a:gd name="T15" fmla="*/ 6 h 318"/>
                <a:gd name="T16" fmla="*/ 312 w 318"/>
                <a:gd name="T17" fmla="*/ 160 h 318"/>
                <a:gd name="T18" fmla="*/ 159 w 318"/>
                <a:gd name="T19" fmla="*/ 31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8" h="318">
                  <a:moveTo>
                    <a:pt x="159" y="0"/>
                  </a:moveTo>
                  <a:cubicBezTo>
                    <a:pt x="71" y="0"/>
                    <a:pt x="0" y="72"/>
                    <a:pt x="0" y="159"/>
                  </a:cubicBezTo>
                  <a:cubicBezTo>
                    <a:pt x="0" y="247"/>
                    <a:pt x="71" y="318"/>
                    <a:pt x="159" y="318"/>
                  </a:cubicBezTo>
                  <a:cubicBezTo>
                    <a:pt x="246" y="318"/>
                    <a:pt x="318" y="247"/>
                    <a:pt x="318" y="159"/>
                  </a:cubicBezTo>
                  <a:cubicBezTo>
                    <a:pt x="317" y="72"/>
                    <a:pt x="246" y="0"/>
                    <a:pt x="159" y="0"/>
                  </a:cubicBezTo>
                  <a:close/>
                  <a:moveTo>
                    <a:pt x="159" y="312"/>
                  </a:moveTo>
                  <a:cubicBezTo>
                    <a:pt x="74" y="312"/>
                    <a:pt x="6" y="244"/>
                    <a:pt x="6" y="159"/>
                  </a:cubicBezTo>
                  <a:cubicBezTo>
                    <a:pt x="6" y="75"/>
                    <a:pt x="74" y="6"/>
                    <a:pt x="159" y="6"/>
                  </a:cubicBezTo>
                  <a:cubicBezTo>
                    <a:pt x="243" y="6"/>
                    <a:pt x="312" y="75"/>
                    <a:pt x="312" y="160"/>
                  </a:cubicBezTo>
                  <a:cubicBezTo>
                    <a:pt x="312" y="244"/>
                    <a:pt x="243" y="312"/>
                    <a:pt x="159" y="3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38" name="Freeform 40"/>
            <p:cNvSpPr>
              <a:spLocks noEditPoints="1"/>
            </p:cNvSpPr>
            <p:nvPr userDrawn="1"/>
          </p:nvSpPr>
          <p:spPr bwMode="auto">
            <a:xfrm>
              <a:off x="8763063" y="4810429"/>
              <a:ext cx="407988" cy="204788"/>
            </a:xfrm>
            <a:custGeom>
              <a:avLst/>
              <a:gdLst>
                <a:gd name="T0" fmla="*/ 258 w 274"/>
                <a:gd name="T1" fmla="*/ 63 h 137"/>
                <a:gd name="T2" fmla="*/ 1 w 274"/>
                <a:gd name="T3" fmla="*/ 12 h 137"/>
                <a:gd name="T4" fmla="*/ 14 w 274"/>
                <a:gd name="T5" fmla="*/ 9 h 137"/>
                <a:gd name="T6" fmla="*/ 1 w 274"/>
                <a:gd name="T7" fmla="*/ 17 h 137"/>
                <a:gd name="T8" fmla="*/ 16 w 274"/>
                <a:gd name="T9" fmla="*/ 29 h 137"/>
                <a:gd name="T10" fmla="*/ 11 w 274"/>
                <a:gd name="T11" fmla="*/ 27 h 137"/>
                <a:gd name="T12" fmla="*/ 14 w 274"/>
                <a:gd name="T13" fmla="*/ 36 h 137"/>
                <a:gd name="T14" fmla="*/ 18 w 274"/>
                <a:gd name="T15" fmla="*/ 47 h 137"/>
                <a:gd name="T16" fmla="*/ 21 w 274"/>
                <a:gd name="T17" fmla="*/ 57 h 137"/>
                <a:gd name="T18" fmla="*/ 21 w 274"/>
                <a:gd name="T19" fmla="*/ 55 h 137"/>
                <a:gd name="T20" fmla="*/ 19 w 274"/>
                <a:gd name="T21" fmla="*/ 66 h 137"/>
                <a:gd name="T22" fmla="*/ 22 w 274"/>
                <a:gd name="T23" fmla="*/ 62 h 137"/>
                <a:gd name="T24" fmla="*/ 22 w 274"/>
                <a:gd name="T25" fmla="*/ 71 h 137"/>
                <a:gd name="T26" fmla="*/ 30 w 274"/>
                <a:gd name="T27" fmla="*/ 71 h 137"/>
                <a:gd name="T28" fmla="*/ 30 w 274"/>
                <a:gd name="T29" fmla="*/ 86 h 137"/>
                <a:gd name="T30" fmla="*/ 36 w 274"/>
                <a:gd name="T31" fmla="*/ 79 h 137"/>
                <a:gd name="T32" fmla="*/ 47 w 274"/>
                <a:gd name="T33" fmla="*/ 90 h 137"/>
                <a:gd name="T34" fmla="*/ 58 w 274"/>
                <a:gd name="T35" fmla="*/ 96 h 137"/>
                <a:gd name="T36" fmla="*/ 51 w 274"/>
                <a:gd name="T37" fmla="*/ 95 h 137"/>
                <a:gd name="T38" fmla="*/ 58 w 274"/>
                <a:gd name="T39" fmla="*/ 105 h 137"/>
                <a:gd name="T40" fmla="*/ 67 w 274"/>
                <a:gd name="T41" fmla="*/ 106 h 137"/>
                <a:gd name="T42" fmla="*/ 76 w 274"/>
                <a:gd name="T43" fmla="*/ 112 h 137"/>
                <a:gd name="T44" fmla="*/ 82 w 274"/>
                <a:gd name="T45" fmla="*/ 111 h 137"/>
                <a:gd name="T46" fmla="*/ 78 w 274"/>
                <a:gd name="T47" fmla="*/ 113 h 137"/>
                <a:gd name="T48" fmla="*/ 83 w 274"/>
                <a:gd name="T49" fmla="*/ 123 h 137"/>
                <a:gd name="T50" fmla="*/ 97 w 274"/>
                <a:gd name="T51" fmla="*/ 121 h 137"/>
                <a:gd name="T52" fmla="*/ 100 w 274"/>
                <a:gd name="T53" fmla="*/ 125 h 137"/>
                <a:gd name="T54" fmla="*/ 108 w 274"/>
                <a:gd name="T55" fmla="*/ 126 h 137"/>
                <a:gd name="T56" fmla="*/ 113 w 274"/>
                <a:gd name="T57" fmla="*/ 126 h 137"/>
                <a:gd name="T58" fmla="*/ 132 w 274"/>
                <a:gd name="T59" fmla="*/ 136 h 137"/>
                <a:gd name="T60" fmla="*/ 126 w 274"/>
                <a:gd name="T61" fmla="*/ 130 h 137"/>
                <a:gd name="T62" fmla="*/ 128 w 274"/>
                <a:gd name="T63" fmla="*/ 135 h 137"/>
                <a:gd name="T64" fmla="*/ 135 w 274"/>
                <a:gd name="T65" fmla="*/ 135 h 137"/>
                <a:gd name="T66" fmla="*/ 149 w 274"/>
                <a:gd name="T67" fmla="*/ 136 h 137"/>
                <a:gd name="T68" fmla="*/ 152 w 274"/>
                <a:gd name="T69" fmla="*/ 133 h 137"/>
                <a:gd name="T70" fmla="*/ 167 w 274"/>
                <a:gd name="T71" fmla="*/ 131 h 137"/>
                <a:gd name="T72" fmla="*/ 180 w 274"/>
                <a:gd name="T73" fmla="*/ 128 h 137"/>
                <a:gd name="T74" fmla="*/ 175 w 274"/>
                <a:gd name="T75" fmla="*/ 122 h 137"/>
                <a:gd name="T76" fmla="*/ 187 w 274"/>
                <a:gd name="T77" fmla="*/ 119 h 137"/>
                <a:gd name="T78" fmla="*/ 192 w 274"/>
                <a:gd name="T79" fmla="*/ 117 h 137"/>
                <a:gd name="T80" fmla="*/ 199 w 274"/>
                <a:gd name="T81" fmla="*/ 119 h 137"/>
                <a:gd name="T82" fmla="*/ 203 w 274"/>
                <a:gd name="T83" fmla="*/ 119 h 137"/>
                <a:gd name="T84" fmla="*/ 217 w 274"/>
                <a:gd name="T85" fmla="*/ 111 h 137"/>
                <a:gd name="T86" fmla="*/ 217 w 274"/>
                <a:gd name="T87" fmla="*/ 106 h 137"/>
                <a:gd name="T88" fmla="*/ 232 w 274"/>
                <a:gd name="T89" fmla="*/ 96 h 137"/>
                <a:gd name="T90" fmla="*/ 231 w 274"/>
                <a:gd name="T91" fmla="*/ 97 h 137"/>
                <a:gd name="T92" fmla="*/ 238 w 274"/>
                <a:gd name="T93" fmla="*/ 95 h 137"/>
                <a:gd name="T94" fmla="*/ 234 w 274"/>
                <a:gd name="T95" fmla="*/ 85 h 137"/>
                <a:gd name="T96" fmla="*/ 242 w 274"/>
                <a:gd name="T97" fmla="*/ 73 h 137"/>
                <a:gd name="T98" fmla="*/ 238 w 274"/>
                <a:gd name="T99" fmla="*/ 77 h 137"/>
                <a:gd name="T100" fmla="*/ 252 w 274"/>
                <a:gd name="T101" fmla="*/ 71 h 137"/>
                <a:gd name="T102" fmla="*/ 266 w 274"/>
                <a:gd name="T103" fmla="*/ 40 h 137"/>
                <a:gd name="T104" fmla="*/ 258 w 274"/>
                <a:gd name="T105" fmla="*/ 48 h 137"/>
                <a:gd name="T106" fmla="*/ 268 w 274"/>
                <a:gd name="T107" fmla="*/ 35 h 137"/>
                <a:gd name="T108" fmla="*/ 259 w 274"/>
                <a:gd name="T109" fmla="*/ 22 h 137"/>
                <a:gd name="T110" fmla="*/ 262 w 274"/>
                <a:gd name="T111" fmla="*/ 27 h 137"/>
                <a:gd name="T112" fmla="*/ 273 w 274"/>
                <a:gd name="T113" fmla="*/ 17 h 137"/>
                <a:gd name="T114" fmla="*/ 273 w 274"/>
                <a:gd name="T115" fmla="*/ 12 h 137"/>
                <a:gd name="T116" fmla="*/ 266 w 274"/>
                <a:gd name="T117" fmla="*/ 7 h 137"/>
                <a:gd name="T118" fmla="*/ 269 w 274"/>
                <a:gd name="T119" fmla="*/ 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4" h="137">
                  <a:moveTo>
                    <a:pt x="250" y="51"/>
                  </a:moveTo>
                  <a:cubicBezTo>
                    <a:pt x="250" y="51"/>
                    <a:pt x="250" y="51"/>
                    <a:pt x="250" y="51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3"/>
                    <a:pt x="250" y="53"/>
                    <a:pt x="249" y="53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8" y="53"/>
                    <a:pt x="248" y="53"/>
                    <a:pt x="248" y="53"/>
                  </a:cubicBezTo>
                  <a:cubicBezTo>
                    <a:pt x="248" y="54"/>
                    <a:pt x="248" y="54"/>
                    <a:pt x="249" y="55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2" y="53"/>
                    <a:pt x="252" y="53"/>
                    <a:pt x="252" y="53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52" y="56"/>
                    <a:pt x="252" y="56"/>
                    <a:pt x="252" y="56"/>
                  </a:cubicBezTo>
                  <a:cubicBezTo>
                    <a:pt x="258" y="59"/>
                    <a:pt x="258" y="59"/>
                    <a:pt x="258" y="59"/>
                  </a:cubicBezTo>
                  <a:cubicBezTo>
                    <a:pt x="258" y="60"/>
                    <a:pt x="259" y="59"/>
                    <a:pt x="260" y="58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58" y="63"/>
                    <a:pt x="258" y="63"/>
                    <a:pt x="258" y="63"/>
                  </a:cubicBezTo>
                  <a:cubicBezTo>
                    <a:pt x="257" y="63"/>
                    <a:pt x="257" y="63"/>
                    <a:pt x="257" y="63"/>
                  </a:cubicBezTo>
                  <a:cubicBezTo>
                    <a:pt x="258" y="62"/>
                    <a:pt x="258" y="62"/>
                    <a:pt x="257" y="61"/>
                  </a:cubicBezTo>
                  <a:cubicBezTo>
                    <a:pt x="251" y="58"/>
                    <a:pt x="251" y="58"/>
                    <a:pt x="251" y="58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0" y="57"/>
                    <a:pt x="250" y="57"/>
                    <a:pt x="250" y="57"/>
                  </a:cubicBezTo>
                  <a:cubicBezTo>
                    <a:pt x="249" y="57"/>
                    <a:pt x="248" y="56"/>
                    <a:pt x="248" y="55"/>
                  </a:cubicBezTo>
                  <a:cubicBezTo>
                    <a:pt x="247" y="54"/>
                    <a:pt x="247" y="53"/>
                    <a:pt x="248" y="52"/>
                  </a:cubicBezTo>
                  <a:cubicBezTo>
                    <a:pt x="248" y="52"/>
                    <a:pt x="249" y="51"/>
                    <a:pt x="250" y="51"/>
                  </a:cubicBezTo>
                  <a:cubicBezTo>
                    <a:pt x="250" y="51"/>
                    <a:pt x="250" y="51"/>
                    <a:pt x="250" y="51"/>
                  </a:cubicBezTo>
                  <a:close/>
                  <a:moveTo>
                    <a:pt x="14" y="15"/>
                  </a:moveTo>
                  <a:cubicBezTo>
                    <a:pt x="14" y="14"/>
                    <a:pt x="14" y="13"/>
                    <a:pt x="12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10"/>
                    <a:pt x="0" y="8"/>
                  </a:cubicBezTo>
                  <a:cubicBezTo>
                    <a:pt x="0" y="7"/>
                    <a:pt x="0" y="5"/>
                    <a:pt x="1" y="5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3" y="1"/>
                    <a:pt x="1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5"/>
                    <a:pt x="13" y="4"/>
                    <a:pt x="12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3" y="5"/>
                    <a:pt x="2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1"/>
                    <a:pt x="3" y="12"/>
                    <a:pt x="6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1"/>
                    <a:pt x="14" y="11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3" y="27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4"/>
                    <a:pt x="4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3"/>
                    <a:pt x="10" y="23"/>
                    <a:pt x="10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20"/>
                    <a:pt x="12" y="21"/>
                    <a:pt x="12" y="22"/>
                  </a:cubicBezTo>
                  <a:cubicBezTo>
                    <a:pt x="12" y="23"/>
                    <a:pt x="11" y="24"/>
                    <a:pt x="9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lose/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6" y="27"/>
                    <a:pt x="16" y="27"/>
                  </a:cubicBezTo>
                  <a:cubicBezTo>
                    <a:pt x="16" y="27"/>
                    <a:pt x="16" y="27"/>
                    <a:pt x="17" y="27"/>
                  </a:cubicBezTo>
                  <a:cubicBezTo>
                    <a:pt x="17" y="27"/>
                    <a:pt x="17" y="28"/>
                    <a:pt x="17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6" y="29"/>
                  </a:cubicBezTo>
                  <a:close/>
                  <a:moveTo>
                    <a:pt x="4" y="33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9"/>
                    <a:pt x="11" y="28"/>
                    <a:pt x="11" y="2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  <a:moveTo>
                    <a:pt x="16" y="42"/>
                  </a:moveTo>
                  <a:cubicBezTo>
                    <a:pt x="16" y="41"/>
                    <a:pt x="15" y="41"/>
                    <a:pt x="14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4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6"/>
                    <a:pt x="14" y="36"/>
                  </a:cubicBezTo>
                  <a:cubicBezTo>
                    <a:pt x="14" y="36"/>
                    <a:pt x="14" y="36"/>
                    <a:pt x="13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0"/>
                    <a:pt x="15" y="40"/>
                    <a:pt x="15" y="40"/>
                  </a:cubicBezTo>
                  <a:cubicBezTo>
                    <a:pt x="16" y="40"/>
                    <a:pt x="16" y="40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6" y="42"/>
                    <a:pt x="16" y="42"/>
                    <a:pt x="16" y="42"/>
                  </a:cubicBezTo>
                  <a:close/>
                  <a:moveTo>
                    <a:pt x="14" y="53"/>
                  </a:moveTo>
                  <a:cubicBezTo>
                    <a:pt x="13" y="53"/>
                    <a:pt x="12" y="53"/>
                    <a:pt x="11" y="52"/>
                  </a:cubicBezTo>
                  <a:cubicBezTo>
                    <a:pt x="10" y="51"/>
                    <a:pt x="10" y="51"/>
                    <a:pt x="9" y="50"/>
                  </a:cubicBezTo>
                  <a:cubicBezTo>
                    <a:pt x="9" y="49"/>
                    <a:pt x="9" y="48"/>
                    <a:pt x="9" y="47"/>
                  </a:cubicBezTo>
                  <a:cubicBezTo>
                    <a:pt x="10" y="46"/>
                    <a:pt x="11" y="45"/>
                    <a:pt x="12" y="45"/>
                  </a:cubicBezTo>
                  <a:cubicBezTo>
                    <a:pt x="13" y="44"/>
                    <a:pt x="14" y="44"/>
                    <a:pt x="16" y="45"/>
                  </a:cubicBezTo>
                  <a:cubicBezTo>
                    <a:pt x="17" y="45"/>
                    <a:pt x="18" y="46"/>
                    <a:pt x="18" y="47"/>
                  </a:cubicBezTo>
                  <a:cubicBezTo>
                    <a:pt x="18" y="48"/>
                    <a:pt x="18" y="49"/>
                    <a:pt x="18" y="50"/>
                  </a:cubicBezTo>
                  <a:cubicBezTo>
                    <a:pt x="18" y="51"/>
                    <a:pt x="17" y="51"/>
                    <a:pt x="16" y="5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2" y="46"/>
                    <a:pt x="12" y="47"/>
                    <a:pt x="11" y="48"/>
                  </a:cubicBezTo>
                  <a:cubicBezTo>
                    <a:pt x="10" y="49"/>
                    <a:pt x="10" y="49"/>
                    <a:pt x="10" y="51"/>
                  </a:cubicBezTo>
                  <a:cubicBezTo>
                    <a:pt x="11" y="51"/>
                    <a:pt x="11" y="52"/>
                    <a:pt x="12" y="52"/>
                  </a:cubicBezTo>
                  <a:cubicBezTo>
                    <a:pt x="13" y="52"/>
                    <a:pt x="14" y="52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lose/>
                  <a:moveTo>
                    <a:pt x="16" y="49"/>
                  </a:moveTo>
                  <a:cubicBezTo>
                    <a:pt x="18" y="49"/>
                    <a:pt x="18" y="48"/>
                    <a:pt x="18" y="47"/>
                  </a:cubicBezTo>
                  <a:cubicBezTo>
                    <a:pt x="17" y="45"/>
                    <a:pt x="16" y="45"/>
                    <a:pt x="14" y="45"/>
                  </a:cubicBezTo>
                  <a:cubicBezTo>
                    <a:pt x="16" y="49"/>
                    <a:pt x="16" y="49"/>
                    <a:pt x="16" y="49"/>
                  </a:cubicBezTo>
                  <a:close/>
                  <a:moveTo>
                    <a:pt x="22" y="58"/>
                  </a:moveTo>
                  <a:cubicBezTo>
                    <a:pt x="22" y="58"/>
                    <a:pt x="21" y="58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5"/>
                    <a:pt x="21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3" y="56"/>
                    <a:pt x="14" y="56"/>
                    <a:pt x="14" y="56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2" y="55"/>
                    <a:pt x="23" y="56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8"/>
                    <a:pt x="22" y="58"/>
                    <a:pt x="22" y="58"/>
                  </a:cubicBezTo>
                  <a:close/>
                  <a:moveTo>
                    <a:pt x="21" y="67"/>
                  </a:moveTo>
                  <a:cubicBezTo>
                    <a:pt x="20" y="68"/>
                    <a:pt x="19" y="68"/>
                    <a:pt x="18" y="67"/>
                  </a:cubicBezTo>
                  <a:cubicBezTo>
                    <a:pt x="18" y="67"/>
                    <a:pt x="17" y="67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4"/>
                    <a:pt x="16" y="64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7" y="63"/>
                    <a:pt x="16" y="64"/>
                    <a:pt x="17" y="65"/>
                  </a:cubicBezTo>
                  <a:cubicBezTo>
                    <a:pt x="18" y="65"/>
                    <a:pt x="18" y="66"/>
                    <a:pt x="18" y="66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20" y="65"/>
                    <a:pt x="20" y="65"/>
                    <a:pt x="20" y="63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0"/>
                    <a:pt x="21" y="59"/>
                  </a:cubicBezTo>
                  <a:cubicBezTo>
                    <a:pt x="22" y="59"/>
                    <a:pt x="22" y="59"/>
                    <a:pt x="23" y="59"/>
                  </a:cubicBezTo>
                  <a:cubicBezTo>
                    <a:pt x="24" y="59"/>
                    <a:pt x="24" y="60"/>
                    <a:pt x="25" y="61"/>
                  </a:cubicBezTo>
                  <a:cubicBezTo>
                    <a:pt x="25" y="61"/>
                    <a:pt x="25" y="61"/>
                    <a:pt x="25" y="62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5" y="63"/>
                    <a:pt x="25" y="61"/>
                    <a:pt x="25" y="61"/>
                  </a:cubicBezTo>
                  <a:cubicBezTo>
                    <a:pt x="25" y="60"/>
                    <a:pt x="24" y="60"/>
                    <a:pt x="24" y="60"/>
                  </a:cubicBezTo>
                  <a:cubicBezTo>
                    <a:pt x="24" y="60"/>
                    <a:pt x="23" y="60"/>
                    <a:pt x="23" y="60"/>
                  </a:cubicBezTo>
                  <a:cubicBezTo>
                    <a:pt x="22" y="60"/>
                    <a:pt x="22" y="61"/>
                    <a:pt x="22" y="62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2" y="66"/>
                    <a:pt x="22" y="67"/>
                    <a:pt x="21" y="67"/>
                  </a:cubicBezTo>
                  <a:close/>
                  <a:moveTo>
                    <a:pt x="33" y="67"/>
                  </a:move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2" y="66"/>
                    <a:pt x="31" y="66"/>
                  </a:cubicBezTo>
                  <a:cubicBezTo>
                    <a:pt x="31" y="66"/>
                    <a:pt x="31" y="66"/>
                    <a:pt x="31" y="65"/>
                  </a:cubicBezTo>
                  <a:cubicBezTo>
                    <a:pt x="31" y="65"/>
                    <a:pt x="32" y="65"/>
                    <a:pt x="32" y="65"/>
                  </a:cubicBezTo>
                  <a:cubicBezTo>
                    <a:pt x="32" y="65"/>
                    <a:pt x="32" y="64"/>
                    <a:pt x="32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4" y="65"/>
                    <a:pt x="33" y="66"/>
                  </a:cubicBezTo>
                  <a:cubicBezTo>
                    <a:pt x="33" y="66"/>
                    <a:pt x="33" y="66"/>
                    <a:pt x="33" y="67"/>
                  </a:cubicBezTo>
                  <a:close/>
                  <a:moveTo>
                    <a:pt x="22" y="75"/>
                  </a:moveTo>
                  <a:cubicBezTo>
                    <a:pt x="20" y="71"/>
                    <a:pt x="20" y="71"/>
                    <a:pt x="20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1" y="71"/>
                    <a:pt x="22" y="72"/>
                    <a:pt x="22" y="71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8"/>
                    <a:pt x="28" y="68"/>
                    <a:pt x="28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3"/>
                    <a:pt x="22" y="73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lose/>
                  <a:moveTo>
                    <a:pt x="28" y="80"/>
                  </a:moveTo>
                  <a:cubicBezTo>
                    <a:pt x="27" y="80"/>
                    <a:pt x="26" y="80"/>
                    <a:pt x="26" y="79"/>
                  </a:cubicBezTo>
                  <a:cubicBezTo>
                    <a:pt x="26" y="79"/>
                    <a:pt x="25" y="79"/>
                    <a:pt x="25" y="79"/>
                  </a:cubicBezTo>
                  <a:cubicBezTo>
                    <a:pt x="24" y="78"/>
                    <a:pt x="24" y="77"/>
                    <a:pt x="26" y="76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1" y="72"/>
                    <a:pt x="32" y="72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6" y="78"/>
                    <a:pt x="26" y="79"/>
                    <a:pt x="26" y="79"/>
                  </a:cubicBezTo>
                  <a:cubicBezTo>
                    <a:pt x="27" y="79"/>
                    <a:pt x="27" y="79"/>
                    <a:pt x="28" y="80"/>
                  </a:cubicBezTo>
                  <a:cubicBezTo>
                    <a:pt x="28" y="80"/>
                    <a:pt x="28" y="80"/>
                    <a:pt x="28" y="80"/>
                  </a:cubicBezTo>
                  <a:close/>
                  <a:moveTo>
                    <a:pt x="40" y="84"/>
                  </a:moveTo>
                  <a:cubicBezTo>
                    <a:pt x="40" y="84"/>
                    <a:pt x="40" y="83"/>
                    <a:pt x="40" y="83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28" y="87"/>
                    <a:pt x="26" y="87"/>
                    <a:pt x="25" y="86"/>
                  </a:cubicBezTo>
                  <a:cubicBezTo>
                    <a:pt x="24" y="85"/>
                    <a:pt x="25" y="84"/>
                    <a:pt x="25" y="84"/>
                  </a:cubicBezTo>
                  <a:cubicBezTo>
                    <a:pt x="25" y="84"/>
                    <a:pt x="26" y="84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7" y="85"/>
                    <a:pt x="27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8" y="86"/>
                    <a:pt x="29" y="86"/>
                    <a:pt x="31" y="8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5" y="77"/>
                    <a:pt x="35" y="77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6" y="79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8" y="83"/>
                    <a:pt x="39" y="82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1"/>
                    <a:pt x="39" y="81"/>
                    <a:pt x="38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lose/>
                  <a:moveTo>
                    <a:pt x="47" y="97"/>
                  </a:moveTo>
                  <a:cubicBezTo>
                    <a:pt x="46" y="97"/>
                    <a:pt x="45" y="98"/>
                    <a:pt x="44" y="98"/>
                  </a:cubicBezTo>
                  <a:cubicBezTo>
                    <a:pt x="42" y="98"/>
                    <a:pt x="41" y="98"/>
                    <a:pt x="40" y="97"/>
                  </a:cubicBezTo>
                  <a:cubicBezTo>
                    <a:pt x="40" y="96"/>
                    <a:pt x="39" y="95"/>
                    <a:pt x="39" y="94"/>
                  </a:cubicBezTo>
                  <a:cubicBezTo>
                    <a:pt x="39" y="93"/>
                    <a:pt x="40" y="91"/>
                    <a:pt x="41" y="91"/>
                  </a:cubicBezTo>
                  <a:cubicBezTo>
                    <a:pt x="42" y="90"/>
                    <a:pt x="43" y="89"/>
                    <a:pt x="44" y="89"/>
                  </a:cubicBezTo>
                  <a:cubicBezTo>
                    <a:pt x="45" y="89"/>
                    <a:pt x="46" y="89"/>
                    <a:pt x="47" y="90"/>
                  </a:cubicBezTo>
                  <a:cubicBezTo>
                    <a:pt x="48" y="91"/>
                    <a:pt x="49" y="92"/>
                    <a:pt x="49" y="93"/>
                  </a:cubicBezTo>
                  <a:cubicBezTo>
                    <a:pt x="49" y="95"/>
                    <a:pt x="48" y="95"/>
                    <a:pt x="47" y="97"/>
                  </a:cubicBezTo>
                  <a:close/>
                  <a:moveTo>
                    <a:pt x="45" y="96"/>
                  </a:moveTo>
                  <a:cubicBezTo>
                    <a:pt x="46" y="95"/>
                    <a:pt x="47" y="94"/>
                    <a:pt x="47" y="93"/>
                  </a:cubicBezTo>
                  <a:cubicBezTo>
                    <a:pt x="48" y="92"/>
                    <a:pt x="47" y="91"/>
                    <a:pt x="47" y="90"/>
                  </a:cubicBezTo>
                  <a:cubicBezTo>
                    <a:pt x="46" y="90"/>
                    <a:pt x="46" y="89"/>
                    <a:pt x="45" y="90"/>
                  </a:cubicBezTo>
                  <a:cubicBezTo>
                    <a:pt x="44" y="90"/>
                    <a:pt x="44" y="91"/>
                    <a:pt x="43" y="91"/>
                  </a:cubicBezTo>
                  <a:cubicBezTo>
                    <a:pt x="42" y="92"/>
                    <a:pt x="41" y="93"/>
                    <a:pt x="41" y="94"/>
                  </a:cubicBezTo>
                  <a:cubicBezTo>
                    <a:pt x="40" y="95"/>
                    <a:pt x="40" y="96"/>
                    <a:pt x="41" y="97"/>
                  </a:cubicBezTo>
                  <a:cubicBezTo>
                    <a:pt x="42" y="97"/>
                    <a:pt x="42" y="97"/>
                    <a:pt x="43" y="97"/>
                  </a:cubicBezTo>
                  <a:cubicBezTo>
                    <a:pt x="44" y="97"/>
                    <a:pt x="44" y="97"/>
                    <a:pt x="45" y="96"/>
                  </a:cubicBezTo>
                  <a:close/>
                  <a:moveTo>
                    <a:pt x="60" y="97"/>
                  </a:moveTo>
                  <a:cubicBezTo>
                    <a:pt x="59" y="97"/>
                    <a:pt x="59" y="97"/>
                    <a:pt x="59" y="97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58" y="97"/>
                    <a:pt x="58" y="97"/>
                    <a:pt x="58" y="96"/>
                  </a:cubicBezTo>
                  <a:cubicBezTo>
                    <a:pt x="58" y="96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4"/>
                    <a:pt x="57" y="94"/>
                    <a:pt x="56" y="95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49" y="103"/>
                    <a:pt x="49" y="104"/>
                    <a:pt x="50" y="105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47" y="102"/>
                    <a:pt x="48" y="102"/>
                    <a:pt x="48" y="101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2" y="95"/>
                    <a:pt x="52" y="95"/>
                    <a:pt x="52" y="95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5"/>
                    <a:pt x="55" y="94"/>
                    <a:pt x="56" y="94"/>
                  </a:cubicBezTo>
                  <a:cubicBezTo>
                    <a:pt x="57" y="94"/>
                    <a:pt x="58" y="94"/>
                    <a:pt x="59" y="95"/>
                  </a:cubicBezTo>
                  <a:cubicBezTo>
                    <a:pt x="59" y="95"/>
                    <a:pt x="60" y="95"/>
                    <a:pt x="60" y="96"/>
                  </a:cubicBezTo>
                  <a:cubicBezTo>
                    <a:pt x="60" y="96"/>
                    <a:pt x="60" y="96"/>
                    <a:pt x="60" y="97"/>
                  </a:cubicBezTo>
                  <a:close/>
                  <a:moveTo>
                    <a:pt x="65" y="111"/>
                  </a:moveTo>
                  <a:cubicBezTo>
                    <a:pt x="64" y="113"/>
                    <a:pt x="63" y="113"/>
                    <a:pt x="62" y="113"/>
                  </a:cubicBezTo>
                  <a:cubicBezTo>
                    <a:pt x="61" y="113"/>
                    <a:pt x="60" y="113"/>
                    <a:pt x="59" y="112"/>
                  </a:cubicBezTo>
                  <a:cubicBezTo>
                    <a:pt x="58" y="112"/>
                    <a:pt x="58" y="111"/>
                    <a:pt x="58" y="111"/>
                  </a:cubicBezTo>
                  <a:cubicBezTo>
                    <a:pt x="57" y="111"/>
                    <a:pt x="57" y="110"/>
                    <a:pt x="57" y="110"/>
                  </a:cubicBezTo>
                  <a:cubicBezTo>
                    <a:pt x="56" y="109"/>
                    <a:pt x="56" y="110"/>
                    <a:pt x="56" y="110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8"/>
                    <a:pt x="58" y="110"/>
                    <a:pt x="59" y="111"/>
                  </a:cubicBezTo>
                  <a:cubicBezTo>
                    <a:pt x="60" y="112"/>
                    <a:pt x="60" y="112"/>
                    <a:pt x="61" y="112"/>
                  </a:cubicBezTo>
                  <a:cubicBezTo>
                    <a:pt x="62" y="112"/>
                    <a:pt x="62" y="111"/>
                    <a:pt x="62" y="111"/>
                  </a:cubicBezTo>
                  <a:cubicBezTo>
                    <a:pt x="63" y="110"/>
                    <a:pt x="63" y="109"/>
                    <a:pt x="62" y="107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1" y="104"/>
                    <a:pt x="61" y="102"/>
                    <a:pt x="62" y="101"/>
                  </a:cubicBezTo>
                  <a:cubicBezTo>
                    <a:pt x="62" y="100"/>
                    <a:pt x="63" y="100"/>
                    <a:pt x="64" y="99"/>
                  </a:cubicBezTo>
                  <a:cubicBezTo>
                    <a:pt x="65" y="99"/>
                    <a:pt x="66" y="99"/>
                    <a:pt x="67" y="100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2"/>
                    <a:pt x="68" y="102"/>
                    <a:pt x="69" y="102"/>
                  </a:cubicBezTo>
                  <a:cubicBezTo>
                    <a:pt x="69" y="102"/>
                    <a:pt x="69" y="102"/>
                    <a:pt x="70" y="102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7" y="106"/>
                    <a:pt x="67" y="106"/>
                    <a:pt x="67" y="106"/>
                  </a:cubicBezTo>
                  <a:cubicBezTo>
                    <a:pt x="68" y="104"/>
                    <a:pt x="68" y="102"/>
                    <a:pt x="66" y="101"/>
                  </a:cubicBezTo>
                  <a:cubicBezTo>
                    <a:pt x="66" y="101"/>
                    <a:pt x="65" y="101"/>
                    <a:pt x="64" y="101"/>
                  </a:cubicBezTo>
                  <a:cubicBezTo>
                    <a:pt x="64" y="101"/>
                    <a:pt x="64" y="101"/>
                    <a:pt x="63" y="101"/>
                  </a:cubicBezTo>
                  <a:cubicBezTo>
                    <a:pt x="63" y="102"/>
                    <a:pt x="63" y="102"/>
                    <a:pt x="63" y="103"/>
                  </a:cubicBezTo>
                  <a:cubicBezTo>
                    <a:pt x="63" y="103"/>
                    <a:pt x="63" y="104"/>
                    <a:pt x="64" y="105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9"/>
                    <a:pt x="66" y="111"/>
                    <a:pt x="65" y="111"/>
                  </a:cubicBezTo>
                  <a:close/>
                  <a:moveTo>
                    <a:pt x="74" y="117"/>
                  </a:moveTo>
                  <a:cubicBezTo>
                    <a:pt x="73" y="118"/>
                    <a:pt x="72" y="119"/>
                    <a:pt x="71" y="119"/>
                  </a:cubicBezTo>
                  <a:cubicBezTo>
                    <a:pt x="70" y="119"/>
                    <a:pt x="69" y="119"/>
                    <a:pt x="68" y="118"/>
                  </a:cubicBezTo>
                  <a:cubicBezTo>
                    <a:pt x="68" y="118"/>
                    <a:pt x="67" y="117"/>
                    <a:pt x="67" y="116"/>
                  </a:cubicBezTo>
                  <a:cubicBezTo>
                    <a:pt x="66" y="115"/>
                    <a:pt x="67" y="113"/>
                    <a:pt x="68" y="112"/>
                  </a:cubicBezTo>
                  <a:cubicBezTo>
                    <a:pt x="68" y="111"/>
                    <a:pt x="69" y="110"/>
                    <a:pt x="70" y="110"/>
                  </a:cubicBezTo>
                  <a:cubicBezTo>
                    <a:pt x="72" y="109"/>
                    <a:pt x="73" y="109"/>
                    <a:pt x="74" y="110"/>
                  </a:cubicBezTo>
                  <a:cubicBezTo>
                    <a:pt x="75" y="111"/>
                    <a:pt x="75" y="111"/>
                    <a:pt x="76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5" y="114"/>
                    <a:pt x="75" y="114"/>
                  </a:cubicBezTo>
                  <a:cubicBezTo>
                    <a:pt x="75" y="114"/>
                    <a:pt x="75" y="114"/>
                    <a:pt x="74" y="114"/>
                  </a:cubicBezTo>
                  <a:cubicBezTo>
                    <a:pt x="74" y="114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2"/>
                    <a:pt x="74" y="112"/>
                    <a:pt x="74" y="111"/>
                  </a:cubicBezTo>
                  <a:cubicBezTo>
                    <a:pt x="74" y="111"/>
                    <a:pt x="74" y="111"/>
                    <a:pt x="73" y="111"/>
                  </a:cubicBezTo>
                  <a:cubicBezTo>
                    <a:pt x="72" y="110"/>
                    <a:pt x="72" y="110"/>
                    <a:pt x="70" y="111"/>
                  </a:cubicBezTo>
                  <a:cubicBezTo>
                    <a:pt x="70" y="111"/>
                    <a:pt x="69" y="111"/>
                    <a:pt x="69" y="112"/>
                  </a:cubicBezTo>
                  <a:cubicBezTo>
                    <a:pt x="68" y="113"/>
                    <a:pt x="68" y="114"/>
                    <a:pt x="68" y="115"/>
                  </a:cubicBezTo>
                  <a:cubicBezTo>
                    <a:pt x="68" y="116"/>
                    <a:pt x="68" y="117"/>
                    <a:pt x="69" y="117"/>
                  </a:cubicBezTo>
                  <a:cubicBezTo>
                    <a:pt x="71" y="118"/>
                    <a:pt x="72" y="118"/>
                    <a:pt x="74" y="117"/>
                  </a:cubicBezTo>
                  <a:cubicBezTo>
                    <a:pt x="74" y="117"/>
                    <a:pt x="74" y="117"/>
                    <a:pt x="74" y="117"/>
                  </a:cubicBezTo>
                  <a:close/>
                  <a:moveTo>
                    <a:pt x="83" y="111"/>
                  </a:moveTo>
                  <a:cubicBezTo>
                    <a:pt x="83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1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81" y="109"/>
                    <a:pt x="81" y="109"/>
                    <a:pt x="82" y="109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10"/>
                    <a:pt x="83" y="110"/>
                  </a:cubicBezTo>
                  <a:cubicBezTo>
                    <a:pt x="83" y="111"/>
                    <a:pt x="83" y="111"/>
                    <a:pt x="83" y="111"/>
                  </a:cubicBezTo>
                  <a:close/>
                  <a:moveTo>
                    <a:pt x="78" y="123"/>
                  </a:moveTo>
                  <a:cubicBezTo>
                    <a:pt x="74" y="121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5" y="121"/>
                    <a:pt x="76" y="121"/>
                    <a:pt x="76" y="120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9" y="115"/>
                    <a:pt x="79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2"/>
                    <a:pt x="78" y="123"/>
                    <a:pt x="78" y="123"/>
                  </a:cubicBezTo>
                  <a:cubicBezTo>
                    <a:pt x="78" y="123"/>
                    <a:pt x="78" y="123"/>
                    <a:pt x="78" y="123"/>
                  </a:cubicBezTo>
                  <a:close/>
                  <a:moveTo>
                    <a:pt x="89" y="124"/>
                  </a:moveTo>
                  <a:cubicBezTo>
                    <a:pt x="88" y="125"/>
                    <a:pt x="87" y="125"/>
                    <a:pt x="86" y="126"/>
                  </a:cubicBezTo>
                  <a:cubicBezTo>
                    <a:pt x="85" y="126"/>
                    <a:pt x="84" y="126"/>
                    <a:pt x="84" y="126"/>
                  </a:cubicBezTo>
                  <a:cubicBezTo>
                    <a:pt x="82" y="125"/>
                    <a:pt x="82" y="125"/>
                    <a:pt x="82" y="124"/>
                  </a:cubicBezTo>
                  <a:cubicBezTo>
                    <a:pt x="81" y="123"/>
                    <a:pt x="81" y="121"/>
                    <a:pt x="82" y="120"/>
                  </a:cubicBezTo>
                  <a:cubicBezTo>
                    <a:pt x="82" y="119"/>
                    <a:pt x="83" y="118"/>
                    <a:pt x="84" y="117"/>
                  </a:cubicBezTo>
                  <a:cubicBezTo>
                    <a:pt x="85" y="117"/>
                    <a:pt x="86" y="117"/>
                    <a:pt x="87" y="117"/>
                  </a:cubicBezTo>
                  <a:cubicBezTo>
                    <a:pt x="88" y="118"/>
                    <a:pt x="89" y="119"/>
                    <a:pt x="89" y="119"/>
                  </a:cubicBezTo>
                  <a:cubicBezTo>
                    <a:pt x="90" y="120"/>
                    <a:pt x="90" y="121"/>
                    <a:pt x="89" y="122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3" y="121"/>
                    <a:pt x="83" y="122"/>
                    <a:pt x="83" y="123"/>
                  </a:cubicBezTo>
                  <a:cubicBezTo>
                    <a:pt x="83" y="124"/>
                    <a:pt x="84" y="124"/>
                    <a:pt x="84" y="125"/>
                  </a:cubicBezTo>
                  <a:cubicBezTo>
                    <a:pt x="85" y="125"/>
                    <a:pt x="86" y="125"/>
                    <a:pt x="86" y="125"/>
                  </a:cubicBezTo>
                  <a:cubicBezTo>
                    <a:pt x="88" y="125"/>
                    <a:pt x="88" y="124"/>
                    <a:pt x="89" y="124"/>
                  </a:cubicBezTo>
                  <a:cubicBezTo>
                    <a:pt x="89" y="124"/>
                    <a:pt x="89" y="124"/>
                    <a:pt x="89" y="124"/>
                  </a:cubicBezTo>
                  <a:close/>
                  <a:moveTo>
                    <a:pt x="88" y="120"/>
                  </a:moveTo>
                  <a:cubicBezTo>
                    <a:pt x="88" y="119"/>
                    <a:pt x="88" y="118"/>
                    <a:pt x="87" y="117"/>
                  </a:cubicBezTo>
                  <a:cubicBezTo>
                    <a:pt x="86" y="117"/>
                    <a:pt x="84" y="117"/>
                    <a:pt x="84" y="119"/>
                  </a:cubicBezTo>
                  <a:cubicBezTo>
                    <a:pt x="88" y="120"/>
                    <a:pt x="88" y="120"/>
                    <a:pt x="88" y="120"/>
                  </a:cubicBezTo>
                  <a:close/>
                  <a:moveTo>
                    <a:pt x="98" y="131"/>
                  </a:moveTo>
                  <a:cubicBezTo>
                    <a:pt x="94" y="129"/>
                    <a:pt x="94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5" y="129"/>
                    <a:pt x="96" y="129"/>
                    <a:pt x="96" y="128"/>
                  </a:cubicBezTo>
                  <a:cubicBezTo>
                    <a:pt x="98" y="123"/>
                    <a:pt x="98" y="123"/>
                    <a:pt x="98" y="123"/>
                  </a:cubicBezTo>
                  <a:cubicBezTo>
                    <a:pt x="98" y="123"/>
                    <a:pt x="98" y="123"/>
                    <a:pt x="98" y="122"/>
                  </a:cubicBezTo>
                  <a:cubicBezTo>
                    <a:pt x="98" y="122"/>
                    <a:pt x="97" y="122"/>
                    <a:pt x="97" y="121"/>
                  </a:cubicBezTo>
                  <a:cubicBezTo>
                    <a:pt x="96" y="121"/>
                    <a:pt x="95" y="121"/>
                    <a:pt x="94" y="122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2" y="128"/>
                    <a:pt x="93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0"/>
                    <a:pt x="92" y="120"/>
                  </a:cubicBezTo>
                  <a:cubicBezTo>
                    <a:pt x="92" y="120"/>
                    <a:pt x="92" y="120"/>
                    <a:pt x="9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6" y="121"/>
                    <a:pt x="98" y="121"/>
                    <a:pt x="99" y="121"/>
                  </a:cubicBezTo>
                  <a:cubicBezTo>
                    <a:pt x="100" y="121"/>
                    <a:pt x="101" y="123"/>
                    <a:pt x="100" y="125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8" y="130"/>
                    <a:pt x="98" y="131"/>
                    <a:pt x="98" y="131"/>
                  </a:cubicBezTo>
                  <a:cubicBezTo>
                    <a:pt x="98" y="131"/>
                    <a:pt x="98" y="131"/>
                    <a:pt x="98" y="131"/>
                  </a:cubicBezTo>
                  <a:close/>
                  <a:moveTo>
                    <a:pt x="109" y="130"/>
                  </a:moveTo>
                  <a:cubicBezTo>
                    <a:pt x="108" y="131"/>
                    <a:pt x="107" y="132"/>
                    <a:pt x="107" y="132"/>
                  </a:cubicBezTo>
                  <a:cubicBezTo>
                    <a:pt x="106" y="133"/>
                    <a:pt x="105" y="133"/>
                    <a:pt x="104" y="133"/>
                  </a:cubicBezTo>
                  <a:cubicBezTo>
                    <a:pt x="103" y="132"/>
                    <a:pt x="102" y="132"/>
                    <a:pt x="102" y="131"/>
                  </a:cubicBezTo>
                  <a:cubicBezTo>
                    <a:pt x="101" y="129"/>
                    <a:pt x="101" y="128"/>
                    <a:pt x="101" y="127"/>
                  </a:cubicBezTo>
                  <a:cubicBezTo>
                    <a:pt x="102" y="126"/>
                    <a:pt x="102" y="125"/>
                    <a:pt x="103" y="124"/>
                  </a:cubicBezTo>
                  <a:cubicBezTo>
                    <a:pt x="104" y="123"/>
                    <a:pt x="106" y="123"/>
                    <a:pt x="107" y="123"/>
                  </a:cubicBezTo>
                  <a:cubicBezTo>
                    <a:pt x="108" y="123"/>
                    <a:pt x="108" y="123"/>
                    <a:pt x="109" y="124"/>
                  </a:cubicBezTo>
                  <a:cubicBezTo>
                    <a:pt x="109" y="125"/>
                    <a:pt x="110" y="125"/>
                    <a:pt x="109" y="126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08" y="125"/>
                    <a:pt x="108" y="124"/>
                    <a:pt x="108" y="124"/>
                  </a:cubicBezTo>
                  <a:cubicBezTo>
                    <a:pt x="107" y="123"/>
                    <a:pt x="107" y="123"/>
                    <a:pt x="107" y="123"/>
                  </a:cubicBezTo>
                  <a:cubicBezTo>
                    <a:pt x="106" y="123"/>
                    <a:pt x="105" y="123"/>
                    <a:pt x="104" y="124"/>
                  </a:cubicBezTo>
                  <a:cubicBezTo>
                    <a:pt x="104" y="124"/>
                    <a:pt x="104" y="125"/>
                    <a:pt x="103" y="126"/>
                  </a:cubicBezTo>
                  <a:cubicBezTo>
                    <a:pt x="103" y="127"/>
                    <a:pt x="103" y="128"/>
                    <a:pt x="104" y="129"/>
                  </a:cubicBezTo>
                  <a:cubicBezTo>
                    <a:pt x="104" y="129"/>
                    <a:pt x="105" y="130"/>
                    <a:pt x="106" y="130"/>
                  </a:cubicBezTo>
                  <a:cubicBezTo>
                    <a:pt x="106" y="131"/>
                    <a:pt x="107" y="131"/>
                    <a:pt x="109" y="130"/>
                  </a:cubicBezTo>
                  <a:cubicBezTo>
                    <a:pt x="109" y="130"/>
                    <a:pt x="109" y="130"/>
                    <a:pt x="109" y="130"/>
                  </a:cubicBezTo>
                  <a:close/>
                  <a:moveTo>
                    <a:pt x="119" y="132"/>
                  </a:moveTo>
                  <a:cubicBezTo>
                    <a:pt x="118" y="133"/>
                    <a:pt x="118" y="133"/>
                    <a:pt x="117" y="134"/>
                  </a:cubicBezTo>
                  <a:cubicBezTo>
                    <a:pt x="116" y="134"/>
                    <a:pt x="115" y="135"/>
                    <a:pt x="114" y="134"/>
                  </a:cubicBezTo>
                  <a:cubicBezTo>
                    <a:pt x="113" y="134"/>
                    <a:pt x="112" y="133"/>
                    <a:pt x="112" y="133"/>
                  </a:cubicBezTo>
                  <a:cubicBezTo>
                    <a:pt x="111" y="131"/>
                    <a:pt x="111" y="130"/>
                    <a:pt x="111" y="129"/>
                  </a:cubicBezTo>
                  <a:cubicBezTo>
                    <a:pt x="112" y="128"/>
                    <a:pt x="112" y="127"/>
                    <a:pt x="113" y="126"/>
                  </a:cubicBezTo>
                  <a:cubicBezTo>
                    <a:pt x="114" y="125"/>
                    <a:pt x="115" y="125"/>
                    <a:pt x="116" y="125"/>
                  </a:cubicBezTo>
                  <a:cubicBezTo>
                    <a:pt x="118" y="125"/>
                    <a:pt x="118" y="126"/>
                    <a:pt x="119" y="127"/>
                  </a:cubicBezTo>
                  <a:cubicBezTo>
                    <a:pt x="119" y="127"/>
                    <a:pt x="120" y="128"/>
                    <a:pt x="119" y="129"/>
                  </a:cubicBezTo>
                  <a:cubicBezTo>
                    <a:pt x="113" y="128"/>
                    <a:pt x="113" y="128"/>
                    <a:pt x="113" y="128"/>
                  </a:cubicBezTo>
                  <a:cubicBezTo>
                    <a:pt x="112" y="129"/>
                    <a:pt x="113" y="131"/>
                    <a:pt x="113" y="131"/>
                  </a:cubicBezTo>
                  <a:cubicBezTo>
                    <a:pt x="114" y="132"/>
                    <a:pt x="114" y="133"/>
                    <a:pt x="115" y="133"/>
                  </a:cubicBezTo>
                  <a:cubicBezTo>
                    <a:pt x="116" y="133"/>
                    <a:pt x="116" y="133"/>
                    <a:pt x="117" y="133"/>
                  </a:cubicBezTo>
                  <a:cubicBezTo>
                    <a:pt x="118" y="133"/>
                    <a:pt x="118" y="132"/>
                    <a:pt x="119" y="132"/>
                  </a:cubicBezTo>
                  <a:cubicBezTo>
                    <a:pt x="119" y="132"/>
                    <a:pt x="119" y="132"/>
                    <a:pt x="119" y="132"/>
                  </a:cubicBezTo>
                  <a:close/>
                  <a:moveTo>
                    <a:pt x="117" y="129"/>
                  </a:moveTo>
                  <a:cubicBezTo>
                    <a:pt x="117" y="127"/>
                    <a:pt x="116" y="126"/>
                    <a:pt x="115" y="126"/>
                  </a:cubicBezTo>
                  <a:cubicBezTo>
                    <a:pt x="114" y="125"/>
                    <a:pt x="113" y="126"/>
                    <a:pt x="112" y="128"/>
                  </a:cubicBezTo>
                  <a:cubicBezTo>
                    <a:pt x="117" y="129"/>
                    <a:pt x="117" y="129"/>
                    <a:pt x="117" y="129"/>
                  </a:cubicBezTo>
                  <a:close/>
                  <a:moveTo>
                    <a:pt x="133" y="135"/>
                  </a:move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1" y="137"/>
                    <a:pt x="131" y="137"/>
                  </a:cubicBezTo>
                  <a:cubicBezTo>
                    <a:pt x="130" y="137"/>
                    <a:pt x="130" y="136"/>
                    <a:pt x="130" y="135"/>
                  </a:cubicBezTo>
                  <a:cubicBezTo>
                    <a:pt x="130" y="135"/>
                    <a:pt x="129" y="136"/>
                    <a:pt x="128" y="136"/>
                  </a:cubicBezTo>
                  <a:cubicBezTo>
                    <a:pt x="128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5" y="135"/>
                  </a:cubicBezTo>
                  <a:cubicBezTo>
                    <a:pt x="125" y="135"/>
                    <a:pt x="125" y="135"/>
                    <a:pt x="125" y="134"/>
                  </a:cubicBezTo>
                  <a:cubicBezTo>
                    <a:pt x="125" y="133"/>
                    <a:pt x="126" y="132"/>
                    <a:pt x="127" y="131"/>
                  </a:cubicBezTo>
                  <a:cubicBezTo>
                    <a:pt x="128" y="131"/>
                    <a:pt x="129" y="130"/>
                    <a:pt x="130" y="130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0" y="128"/>
                    <a:pt x="130" y="127"/>
                    <a:pt x="129" y="127"/>
                  </a:cubicBezTo>
                  <a:cubicBezTo>
                    <a:pt x="128" y="127"/>
                    <a:pt x="128" y="127"/>
                    <a:pt x="128" y="128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9"/>
                    <a:pt x="128" y="129"/>
                    <a:pt x="127" y="129"/>
                  </a:cubicBezTo>
                  <a:cubicBezTo>
                    <a:pt x="127" y="130"/>
                    <a:pt x="127" y="130"/>
                    <a:pt x="126" y="130"/>
                  </a:cubicBezTo>
                  <a:cubicBezTo>
                    <a:pt x="126" y="130"/>
                    <a:pt x="126" y="130"/>
                    <a:pt x="126" y="129"/>
                  </a:cubicBezTo>
                  <a:cubicBezTo>
                    <a:pt x="125" y="129"/>
                    <a:pt x="125" y="129"/>
                    <a:pt x="126" y="129"/>
                  </a:cubicBezTo>
                  <a:cubicBezTo>
                    <a:pt x="126" y="128"/>
                    <a:pt x="126" y="128"/>
                    <a:pt x="127" y="127"/>
                  </a:cubicBezTo>
                  <a:cubicBezTo>
                    <a:pt x="128" y="127"/>
                    <a:pt x="128" y="127"/>
                    <a:pt x="129" y="127"/>
                  </a:cubicBezTo>
                  <a:cubicBezTo>
                    <a:pt x="130" y="127"/>
                    <a:pt x="131" y="127"/>
                    <a:pt x="132" y="128"/>
                  </a:cubicBezTo>
                  <a:cubicBezTo>
                    <a:pt x="132" y="128"/>
                    <a:pt x="132" y="129"/>
                    <a:pt x="132" y="130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lose/>
                  <a:moveTo>
                    <a:pt x="130" y="134"/>
                  </a:moveTo>
                  <a:cubicBezTo>
                    <a:pt x="130" y="131"/>
                    <a:pt x="130" y="131"/>
                    <a:pt x="130" y="131"/>
                  </a:cubicBezTo>
                  <a:cubicBezTo>
                    <a:pt x="129" y="131"/>
                    <a:pt x="128" y="131"/>
                    <a:pt x="128" y="131"/>
                  </a:cubicBezTo>
                  <a:cubicBezTo>
                    <a:pt x="127" y="132"/>
                    <a:pt x="126" y="132"/>
                    <a:pt x="126" y="133"/>
                  </a:cubicBezTo>
                  <a:cubicBezTo>
                    <a:pt x="126" y="134"/>
                    <a:pt x="127" y="135"/>
                    <a:pt x="128" y="135"/>
                  </a:cubicBezTo>
                  <a:cubicBezTo>
                    <a:pt x="128" y="135"/>
                    <a:pt x="129" y="135"/>
                    <a:pt x="130" y="134"/>
                  </a:cubicBezTo>
                  <a:close/>
                  <a:moveTo>
                    <a:pt x="144" y="136"/>
                  </a:move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1" y="135"/>
                    <a:pt x="141" y="135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1" y="129"/>
                    <a:pt x="141" y="129"/>
                    <a:pt x="140" y="128"/>
                  </a:cubicBezTo>
                  <a:cubicBezTo>
                    <a:pt x="140" y="128"/>
                    <a:pt x="140" y="128"/>
                    <a:pt x="139" y="128"/>
                  </a:cubicBezTo>
                  <a:cubicBezTo>
                    <a:pt x="138" y="128"/>
                    <a:pt x="138" y="128"/>
                    <a:pt x="137" y="129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38" y="136"/>
                    <a:pt x="138" y="136"/>
                    <a:pt x="138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5" y="135"/>
                    <a:pt x="135" y="135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5" y="129"/>
                    <a:pt x="135" y="128"/>
                    <a:pt x="134" y="128"/>
                  </a:cubicBezTo>
                  <a:cubicBezTo>
                    <a:pt x="134" y="128"/>
                    <a:pt x="134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8"/>
                    <a:pt x="136" y="128"/>
                    <a:pt x="136" y="128"/>
                  </a:cubicBezTo>
                  <a:cubicBezTo>
                    <a:pt x="137" y="127"/>
                    <a:pt x="138" y="127"/>
                    <a:pt x="140" y="127"/>
                  </a:cubicBezTo>
                  <a:cubicBezTo>
                    <a:pt x="141" y="127"/>
                    <a:pt x="142" y="127"/>
                    <a:pt x="142" y="130"/>
                  </a:cubicBezTo>
                  <a:cubicBezTo>
                    <a:pt x="142" y="135"/>
                    <a:pt x="142" y="135"/>
                    <a:pt x="142" y="135"/>
                  </a:cubicBezTo>
                  <a:cubicBezTo>
                    <a:pt x="143" y="135"/>
                    <a:pt x="143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lose/>
                  <a:moveTo>
                    <a:pt x="155" y="134"/>
                  </a:moveTo>
                  <a:cubicBezTo>
                    <a:pt x="154" y="135"/>
                    <a:pt x="153" y="135"/>
                    <a:pt x="152" y="136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1" y="135"/>
                    <a:pt x="150" y="136"/>
                    <a:pt x="149" y="136"/>
                  </a:cubicBezTo>
                  <a:cubicBezTo>
                    <a:pt x="148" y="136"/>
                    <a:pt x="148" y="136"/>
                    <a:pt x="147" y="135"/>
                  </a:cubicBezTo>
                  <a:cubicBezTo>
                    <a:pt x="146" y="134"/>
                    <a:pt x="145" y="133"/>
                    <a:pt x="145" y="131"/>
                  </a:cubicBezTo>
                  <a:cubicBezTo>
                    <a:pt x="145" y="130"/>
                    <a:pt x="146" y="129"/>
                    <a:pt x="146" y="128"/>
                  </a:cubicBezTo>
                  <a:cubicBezTo>
                    <a:pt x="146" y="127"/>
                    <a:pt x="148" y="126"/>
                    <a:pt x="149" y="126"/>
                  </a:cubicBezTo>
                  <a:cubicBezTo>
                    <a:pt x="150" y="126"/>
                    <a:pt x="150" y="126"/>
                    <a:pt x="151" y="127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0" y="123"/>
                    <a:pt x="150" y="123"/>
                    <a:pt x="149" y="123"/>
                  </a:cubicBezTo>
                  <a:cubicBezTo>
                    <a:pt x="149" y="123"/>
                    <a:pt x="149" y="123"/>
                    <a:pt x="149" y="123"/>
                  </a:cubicBezTo>
                  <a:cubicBezTo>
                    <a:pt x="150" y="123"/>
                    <a:pt x="150" y="122"/>
                    <a:pt x="152" y="121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4" y="134"/>
                    <a:pt x="155" y="134"/>
                    <a:pt x="155" y="134"/>
                  </a:cubicBezTo>
                  <a:cubicBezTo>
                    <a:pt x="155" y="134"/>
                    <a:pt x="155" y="134"/>
                    <a:pt x="155" y="134"/>
                  </a:cubicBezTo>
                  <a:close/>
                  <a:moveTo>
                    <a:pt x="152" y="133"/>
                  </a:moveTo>
                  <a:cubicBezTo>
                    <a:pt x="152" y="129"/>
                    <a:pt x="152" y="129"/>
                    <a:pt x="152" y="129"/>
                  </a:cubicBezTo>
                  <a:cubicBezTo>
                    <a:pt x="152" y="128"/>
                    <a:pt x="151" y="128"/>
                    <a:pt x="151" y="127"/>
                  </a:cubicBezTo>
                  <a:cubicBezTo>
                    <a:pt x="150" y="127"/>
                    <a:pt x="150" y="127"/>
                    <a:pt x="149" y="127"/>
                  </a:cubicBezTo>
                  <a:cubicBezTo>
                    <a:pt x="148" y="127"/>
                    <a:pt x="148" y="127"/>
                    <a:pt x="147" y="128"/>
                  </a:cubicBezTo>
                  <a:cubicBezTo>
                    <a:pt x="147" y="129"/>
                    <a:pt x="147" y="130"/>
                    <a:pt x="147" y="131"/>
                  </a:cubicBezTo>
                  <a:cubicBezTo>
                    <a:pt x="147" y="132"/>
                    <a:pt x="147" y="133"/>
                    <a:pt x="148" y="134"/>
                  </a:cubicBezTo>
                  <a:cubicBezTo>
                    <a:pt x="148" y="135"/>
                    <a:pt x="149" y="135"/>
                    <a:pt x="150" y="135"/>
                  </a:cubicBezTo>
                  <a:cubicBezTo>
                    <a:pt x="150" y="135"/>
                    <a:pt x="150" y="135"/>
                    <a:pt x="151" y="135"/>
                  </a:cubicBezTo>
                  <a:cubicBezTo>
                    <a:pt x="152" y="134"/>
                    <a:pt x="152" y="134"/>
                    <a:pt x="152" y="133"/>
                  </a:cubicBezTo>
                  <a:close/>
                  <a:moveTo>
                    <a:pt x="170" y="122"/>
                  </a:moveTo>
                  <a:cubicBezTo>
                    <a:pt x="170" y="122"/>
                    <a:pt x="170" y="122"/>
                    <a:pt x="170" y="122"/>
                  </a:cubicBezTo>
                  <a:cubicBezTo>
                    <a:pt x="169" y="121"/>
                    <a:pt x="169" y="120"/>
                    <a:pt x="169" y="120"/>
                  </a:cubicBezTo>
                  <a:cubicBezTo>
                    <a:pt x="168" y="120"/>
                    <a:pt x="168" y="120"/>
                    <a:pt x="167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2"/>
                    <a:pt x="168" y="132"/>
                    <a:pt x="170" y="132"/>
                  </a:cubicBezTo>
                  <a:cubicBezTo>
                    <a:pt x="170" y="132"/>
                    <a:pt x="170" y="132"/>
                    <a:pt x="170" y="132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5" y="133"/>
                    <a:pt x="166" y="132"/>
                    <a:pt x="165" y="13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1"/>
                    <a:pt x="160" y="122"/>
                    <a:pt x="159" y="122"/>
                  </a:cubicBezTo>
                  <a:cubicBezTo>
                    <a:pt x="159" y="123"/>
                    <a:pt x="159" y="123"/>
                    <a:pt x="159" y="124"/>
                  </a:cubicBezTo>
                  <a:cubicBezTo>
                    <a:pt x="159" y="124"/>
                    <a:pt x="159" y="124"/>
                    <a:pt x="159" y="124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22"/>
                    <a:pt x="170" y="122"/>
                    <a:pt x="170" y="122"/>
                  </a:cubicBezTo>
                  <a:close/>
                  <a:moveTo>
                    <a:pt x="181" y="125"/>
                  </a:moveTo>
                  <a:cubicBezTo>
                    <a:pt x="181" y="126"/>
                    <a:pt x="181" y="127"/>
                    <a:pt x="180" y="128"/>
                  </a:cubicBezTo>
                  <a:cubicBezTo>
                    <a:pt x="180" y="129"/>
                    <a:pt x="179" y="130"/>
                    <a:pt x="178" y="130"/>
                  </a:cubicBezTo>
                  <a:cubicBezTo>
                    <a:pt x="177" y="131"/>
                    <a:pt x="176" y="131"/>
                    <a:pt x="176" y="130"/>
                  </a:cubicBezTo>
                  <a:cubicBezTo>
                    <a:pt x="174" y="129"/>
                    <a:pt x="174" y="128"/>
                    <a:pt x="173" y="127"/>
                  </a:cubicBezTo>
                  <a:cubicBezTo>
                    <a:pt x="173" y="126"/>
                    <a:pt x="173" y="125"/>
                    <a:pt x="173" y="123"/>
                  </a:cubicBezTo>
                  <a:cubicBezTo>
                    <a:pt x="174" y="122"/>
                    <a:pt x="174" y="121"/>
                    <a:pt x="176" y="121"/>
                  </a:cubicBezTo>
                  <a:cubicBezTo>
                    <a:pt x="177" y="121"/>
                    <a:pt x="178" y="121"/>
                    <a:pt x="178" y="121"/>
                  </a:cubicBezTo>
                  <a:cubicBezTo>
                    <a:pt x="179" y="121"/>
                    <a:pt x="180" y="122"/>
                    <a:pt x="180" y="123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5" y="126"/>
                    <a:pt x="176" y="127"/>
                    <a:pt x="176" y="128"/>
                  </a:cubicBezTo>
                  <a:cubicBezTo>
                    <a:pt x="177" y="129"/>
                    <a:pt x="178" y="129"/>
                    <a:pt x="179" y="128"/>
                  </a:cubicBezTo>
                  <a:cubicBezTo>
                    <a:pt x="180" y="128"/>
                    <a:pt x="180" y="127"/>
                    <a:pt x="181" y="127"/>
                  </a:cubicBezTo>
                  <a:cubicBezTo>
                    <a:pt x="180" y="127"/>
                    <a:pt x="181" y="126"/>
                    <a:pt x="181" y="125"/>
                  </a:cubicBezTo>
                  <a:cubicBezTo>
                    <a:pt x="181" y="125"/>
                    <a:pt x="181" y="125"/>
                    <a:pt x="181" y="125"/>
                  </a:cubicBezTo>
                  <a:close/>
                  <a:moveTo>
                    <a:pt x="178" y="123"/>
                  </a:moveTo>
                  <a:cubicBezTo>
                    <a:pt x="177" y="122"/>
                    <a:pt x="176" y="121"/>
                    <a:pt x="175" y="122"/>
                  </a:cubicBezTo>
                  <a:cubicBezTo>
                    <a:pt x="174" y="122"/>
                    <a:pt x="173" y="123"/>
                    <a:pt x="173" y="125"/>
                  </a:cubicBezTo>
                  <a:cubicBezTo>
                    <a:pt x="178" y="123"/>
                    <a:pt x="178" y="123"/>
                    <a:pt x="178" y="123"/>
                  </a:cubicBezTo>
                  <a:close/>
                  <a:moveTo>
                    <a:pt x="190" y="122"/>
                  </a:moveTo>
                  <a:cubicBezTo>
                    <a:pt x="190" y="123"/>
                    <a:pt x="190" y="124"/>
                    <a:pt x="190" y="125"/>
                  </a:cubicBezTo>
                  <a:cubicBezTo>
                    <a:pt x="189" y="126"/>
                    <a:pt x="188" y="127"/>
                    <a:pt x="188" y="127"/>
                  </a:cubicBezTo>
                  <a:cubicBezTo>
                    <a:pt x="186" y="127"/>
                    <a:pt x="186" y="127"/>
                    <a:pt x="184" y="127"/>
                  </a:cubicBezTo>
                  <a:cubicBezTo>
                    <a:pt x="183" y="127"/>
                    <a:pt x="182" y="125"/>
                    <a:pt x="182" y="124"/>
                  </a:cubicBezTo>
                  <a:cubicBezTo>
                    <a:pt x="182" y="123"/>
                    <a:pt x="182" y="122"/>
                    <a:pt x="182" y="121"/>
                  </a:cubicBezTo>
                  <a:cubicBezTo>
                    <a:pt x="182" y="119"/>
                    <a:pt x="183" y="119"/>
                    <a:pt x="185" y="118"/>
                  </a:cubicBezTo>
                  <a:cubicBezTo>
                    <a:pt x="186" y="118"/>
                    <a:pt x="186" y="118"/>
                    <a:pt x="187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8" y="119"/>
                    <a:pt x="188" y="119"/>
                    <a:pt x="188" y="119"/>
                  </a:cubicBezTo>
                  <a:cubicBezTo>
                    <a:pt x="188" y="120"/>
                    <a:pt x="188" y="120"/>
                    <a:pt x="188" y="120"/>
                  </a:cubicBezTo>
                  <a:cubicBezTo>
                    <a:pt x="188" y="120"/>
                    <a:pt x="188" y="120"/>
                    <a:pt x="187" y="120"/>
                  </a:cubicBezTo>
                  <a:cubicBezTo>
                    <a:pt x="187" y="120"/>
                    <a:pt x="187" y="119"/>
                    <a:pt x="187" y="119"/>
                  </a:cubicBezTo>
                  <a:cubicBezTo>
                    <a:pt x="187" y="119"/>
                    <a:pt x="186" y="119"/>
                    <a:pt x="186" y="119"/>
                  </a:cubicBezTo>
                  <a:cubicBezTo>
                    <a:pt x="186" y="119"/>
                    <a:pt x="185" y="119"/>
                    <a:pt x="185" y="119"/>
                  </a:cubicBezTo>
                  <a:cubicBezTo>
                    <a:pt x="184" y="119"/>
                    <a:pt x="183" y="120"/>
                    <a:pt x="183" y="121"/>
                  </a:cubicBezTo>
                  <a:cubicBezTo>
                    <a:pt x="183" y="121"/>
                    <a:pt x="183" y="122"/>
                    <a:pt x="184" y="123"/>
                  </a:cubicBezTo>
                  <a:cubicBezTo>
                    <a:pt x="184" y="124"/>
                    <a:pt x="185" y="125"/>
                    <a:pt x="186" y="125"/>
                  </a:cubicBezTo>
                  <a:cubicBezTo>
                    <a:pt x="186" y="126"/>
                    <a:pt x="187" y="126"/>
                    <a:pt x="188" y="126"/>
                  </a:cubicBezTo>
                  <a:cubicBezTo>
                    <a:pt x="189" y="125"/>
                    <a:pt x="190" y="124"/>
                    <a:pt x="190" y="122"/>
                  </a:cubicBezTo>
                  <a:cubicBezTo>
                    <a:pt x="190" y="122"/>
                    <a:pt x="190" y="122"/>
                    <a:pt x="190" y="122"/>
                  </a:cubicBezTo>
                  <a:close/>
                  <a:moveTo>
                    <a:pt x="202" y="120"/>
                  </a:moveTo>
                  <a:cubicBezTo>
                    <a:pt x="198" y="122"/>
                    <a:pt x="198" y="122"/>
                    <a:pt x="198" y="122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199" y="121"/>
                    <a:pt x="199" y="121"/>
                    <a:pt x="198" y="120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5" y="114"/>
                    <a:pt x="195" y="114"/>
                    <a:pt x="194" y="115"/>
                  </a:cubicBezTo>
                  <a:cubicBezTo>
                    <a:pt x="193" y="115"/>
                    <a:pt x="192" y="116"/>
                    <a:pt x="192" y="117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5" y="122"/>
                    <a:pt x="196" y="122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3" y="123"/>
                    <a:pt x="193" y="123"/>
                    <a:pt x="192" y="122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3"/>
                    <a:pt x="186" y="113"/>
                    <a:pt x="186" y="113"/>
                  </a:cubicBezTo>
                  <a:cubicBezTo>
                    <a:pt x="186" y="113"/>
                    <a:pt x="186" y="113"/>
                    <a:pt x="186" y="113"/>
                  </a:cubicBezTo>
                  <a:cubicBezTo>
                    <a:pt x="186" y="112"/>
                    <a:pt x="187" y="111"/>
                    <a:pt x="188" y="110"/>
                  </a:cubicBezTo>
                  <a:cubicBezTo>
                    <a:pt x="191" y="116"/>
                    <a:pt x="191" y="116"/>
                    <a:pt x="191" y="116"/>
                  </a:cubicBezTo>
                  <a:cubicBezTo>
                    <a:pt x="192" y="114"/>
                    <a:pt x="192" y="113"/>
                    <a:pt x="193" y="113"/>
                  </a:cubicBezTo>
                  <a:cubicBezTo>
                    <a:pt x="195" y="112"/>
                    <a:pt x="196" y="113"/>
                    <a:pt x="197" y="115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0" y="120"/>
                    <a:pt x="201" y="120"/>
                    <a:pt x="202" y="120"/>
                  </a:cubicBezTo>
                  <a:cubicBezTo>
                    <a:pt x="202" y="120"/>
                    <a:pt x="202" y="120"/>
                    <a:pt x="202" y="120"/>
                  </a:cubicBezTo>
                  <a:close/>
                  <a:moveTo>
                    <a:pt x="212" y="114"/>
                  </a:moveTo>
                  <a:cubicBezTo>
                    <a:pt x="208" y="116"/>
                    <a:pt x="208" y="116"/>
                    <a:pt x="208" y="116"/>
                  </a:cubicBezTo>
                  <a:cubicBezTo>
                    <a:pt x="208" y="116"/>
                    <a:pt x="208" y="116"/>
                    <a:pt x="208" y="116"/>
                  </a:cubicBezTo>
                  <a:cubicBezTo>
                    <a:pt x="209" y="115"/>
                    <a:pt x="209" y="115"/>
                    <a:pt x="209" y="114"/>
                  </a:cubicBezTo>
                  <a:cubicBezTo>
                    <a:pt x="206" y="110"/>
                    <a:pt x="206" y="110"/>
                    <a:pt x="206" y="110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5" y="109"/>
                    <a:pt x="205" y="109"/>
                    <a:pt x="204" y="109"/>
                  </a:cubicBezTo>
                  <a:cubicBezTo>
                    <a:pt x="203" y="110"/>
                    <a:pt x="202" y="111"/>
                    <a:pt x="202" y="111"/>
                  </a:cubicBezTo>
                  <a:cubicBezTo>
                    <a:pt x="205" y="116"/>
                    <a:pt x="205" y="116"/>
                    <a:pt x="205" y="116"/>
                  </a:cubicBezTo>
                  <a:cubicBezTo>
                    <a:pt x="206" y="117"/>
                    <a:pt x="206" y="117"/>
                    <a:pt x="207" y="117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4" y="119"/>
                    <a:pt x="204" y="118"/>
                    <a:pt x="204" y="117"/>
                  </a:cubicBezTo>
                  <a:cubicBezTo>
                    <a:pt x="201" y="113"/>
                    <a:pt x="201" y="113"/>
                    <a:pt x="201" y="113"/>
                  </a:cubicBezTo>
                  <a:cubicBezTo>
                    <a:pt x="200" y="112"/>
                    <a:pt x="200" y="112"/>
                    <a:pt x="200" y="112"/>
                  </a:cubicBezTo>
                  <a:cubicBezTo>
                    <a:pt x="200" y="112"/>
                    <a:pt x="200" y="112"/>
                    <a:pt x="199" y="113"/>
                  </a:cubicBezTo>
                  <a:cubicBezTo>
                    <a:pt x="199" y="112"/>
                    <a:pt x="199" y="112"/>
                    <a:pt x="199" y="112"/>
                  </a:cubicBezTo>
                  <a:cubicBezTo>
                    <a:pt x="201" y="110"/>
                    <a:pt x="201" y="110"/>
                    <a:pt x="201" y="110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110"/>
                    <a:pt x="203" y="109"/>
                    <a:pt x="204" y="108"/>
                  </a:cubicBezTo>
                  <a:cubicBezTo>
                    <a:pt x="205" y="107"/>
                    <a:pt x="206" y="108"/>
                    <a:pt x="208" y="110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4"/>
                    <a:pt x="211" y="115"/>
                    <a:pt x="212" y="114"/>
                  </a:cubicBezTo>
                  <a:cubicBezTo>
                    <a:pt x="212" y="114"/>
                    <a:pt x="212" y="114"/>
                    <a:pt x="212" y="114"/>
                  </a:cubicBezTo>
                  <a:close/>
                  <a:moveTo>
                    <a:pt x="218" y="104"/>
                  </a:moveTo>
                  <a:cubicBezTo>
                    <a:pt x="219" y="105"/>
                    <a:pt x="219" y="107"/>
                    <a:pt x="219" y="108"/>
                  </a:cubicBezTo>
                  <a:cubicBezTo>
                    <a:pt x="219" y="109"/>
                    <a:pt x="218" y="110"/>
                    <a:pt x="217" y="111"/>
                  </a:cubicBezTo>
                  <a:cubicBezTo>
                    <a:pt x="216" y="112"/>
                    <a:pt x="215" y="112"/>
                    <a:pt x="214" y="112"/>
                  </a:cubicBezTo>
                  <a:cubicBezTo>
                    <a:pt x="212" y="111"/>
                    <a:pt x="211" y="111"/>
                    <a:pt x="210" y="110"/>
                  </a:cubicBezTo>
                  <a:cubicBezTo>
                    <a:pt x="210" y="109"/>
                    <a:pt x="209" y="107"/>
                    <a:pt x="209" y="106"/>
                  </a:cubicBezTo>
                  <a:cubicBezTo>
                    <a:pt x="209" y="105"/>
                    <a:pt x="210" y="104"/>
                    <a:pt x="211" y="103"/>
                  </a:cubicBezTo>
                  <a:cubicBezTo>
                    <a:pt x="212" y="102"/>
                    <a:pt x="214" y="102"/>
                    <a:pt x="215" y="102"/>
                  </a:cubicBezTo>
                  <a:cubicBezTo>
                    <a:pt x="216" y="102"/>
                    <a:pt x="217" y="103"/>
                    <a:pt x="218" y="104"/>
                  </a:cubicBezTo>
                  <a:close/>
                  <a:moveTo>
                    <a:pt x="217" y="106"/>
                  </a:moveTo>
                  <a:cubicBezTo>
                    <a:pt x="216" y="105"/>
                    <a:pt x="215" y="104"/>
                    <a:pt x="214" y="103"/>
                  </a:cubicBezTo>
                  <a:cubicBezTo>
                    <a:pt x="213" y="103"/>
                    <a:pt x="212" y="103"/>
                    <a:pt x="212" y="103"/>
                  </a:cubicBezTo>
                  <a:cubicBezTo>
                    <a:pt x="211" y="104"/>
                    <a:pt x="211" y="105"/>
                    <a:pt x="211" y="105"/>
                  </a:cubicBezTo>
                  <a:cubicBezTo>
                    <a:pt x="211" y="106"/>
                    <a:pt x="211" y="107"/>
                    <a:pt x="212" y="108"/>
                  </a:cubicBezTo>
                  <a:cubicBezTo>
                    <a:pt x="212" y="109"/>
                    <a:pt x="213" y="110"/>
                    <a:pt x="214" y="110"/>
                  </a:cubicBezTo>
                  <a:cubicBezTo>
                    <a:pt x="215" y="111"/>
                    <a:pt x="216" y="111"/>
                    <a:pt x="217" y="110"/>
                  </a:cubicBezTo>
                  <a:cubicBezTo>
                    <a:pt x="218" y="110"/>
                    <a:pt x="218" y="109"/>
                    <a:pt x="218" y="108"/>
                  </a:cubicBezTo>
                  <a:cubicBezTo>
                    <a:pt x="218" y="107"/>
                    <a:pt x="217" y="107"/>
                    <a:pt x="217" y="106"/>
                  </a:cubicBezTo>
                  <a:close/>
                  <a:moveTo>
                    <a:pt x="226" y="103"/>
                  </a:moveTo>
                  <a:cubicBezTo>
                    <a:pt x="222" y="107"/>
                    <a:pt x="222" y="107"/>
                    <a:pt x="222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4"/>
                  </a:cubicBezTo>
                  <a:cubicBezTo>
                    <a:pt x="216" y="97"/>
                    <a:pt x="216" y="97"/>
                    <a:pt x="216" y="97"/>
                  </a:cubicBezTo>
                  <a:cubicBezTo>
                    <a:pt x="216" y="96"/>
                    <a:pt x="216" y="96"/>
                    <a:pt x="215" y="96"/>
                  </a:cubicBezTo>
                  <a:cubicBezTo>
                    <a:pt x="215" y="96"/>
                    <a:pt x="215" y="96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6"/>
                    <a:pt x="215" y="95"/>
                    <a:pt x="216" y="9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4"/>
                    <a:pt x="225" y="104"/>
                    <a:pt x="226" y="103"/>
                  </a:cubicBezTo>
                  <a:cubicBezTo>
                    <a:pt x="226" y="103"/>
                    <a:pt x="226" y="103"/>
                    <a:pt x="226" y="103"/>
                  </a:cubicBezTo>
                  <a:close/>
                  <a:moveTo>
                    <a:pt x="231" y="93"/>
                  </a:moveTo>
                  <a:cubicBezTo>
                    <a:pt x="232" y="94"/>
                    <a:pt x="232" y="95"/>
                    <a:pt x="232" y="96"/>
                  </a:cubicBezTo>
                  <a:cubicBezTo>
                    <a:pt x="232" y="97"/>
                    <a:pt x="232" y="99"/>
                    <a:pt x="230" y="99"/>
                  </a:cubicBezTo>
                  <a:cubicBezTo>
                    <a:pt x="230" y="100"/>
                    <a:pt x="228" y="101"/>
                    <a:pt x="227" y="101"/>
                  </a:cubicBezTo>
                  <a:cubicBezTo>
                    <a:pt x="226" y="101"/>
                    <a:pt x="225" y="100"/>
                    <a:pt x="224" y="99"/>
                  </a:cubicBezTo>
                  <a:cubicBezTo>
                    <a:pt x="223" y="98"/>
                    <a:pt x="222" y="97"/>
                    <a:pt x="222" y="96"/>
                  </a:cubicBezTo>
                  <a:cubicBezTo>
                    <a:pt x="222" y="95"/>
                    <a:pt x="223" y="93"/>
                    <a:pt x="224" y="93"/>
                  </a:cubicBezTo>
                  <a:cubicBezTo>
                    <a:pt x="225" y="92"/>
                    <a:pt x="226" y="91"/>
                    <a:pt x="227" y="91"/>
                  </a:cubicBezTo>
                  <a:cubicBezTo>
                    <a:pt x="229" y="91"/>
                    <a:pt x="230" y="91"/>
                    <a:pt x="231" y="93"/>
                  </a:cubicBezTo>
                  <a:close/>
                  <a:moveTo>
                    <a:pt x="230" y="95"/>
                  </a:moveTo>
                  <a:cubicBezTo>
                    <a:pt x="229" y="94"/>
                    <a:pt x="228" y="93"/>
                    <a:pt x="227" y="93"/>
                  </a:cubicBezTo>
                  <a:cubicBezTo>
                    <a:pt x="226" y="92"/>
                    <a:pt x="225" y="92"/>
                    <a:pt x="224" y="93"/>
                  </a:cubicBezTo>
                  <a:cubicBezTo>
                    <a:pt x="224" y="93"/>
                    <a:pt x="224" y="94"/>
                    <a:pt x="224" y="95"/>
                  </a:cubicBezTo>
                  <a:cubicBezTo>
                    <a:pt x="224" y="96"/>
                    <a:pt x="224" y="96"/>
                    <a:pt x="225" y="97"/>
                  </a:cubicBezTo>
                  <a:cubicBezTo>
                    <a:pt x="226" y="98"/>
                    <a:pt x="227" y="99"/>
                    <a:pt x="228" y="99"/>
                  </a:cubicBezTo>
                  <a:cubicBezTo>
                    <a:pt x="229" y="99"/>
                    <a:pt x="230" y="99"/>
                    <a:pt x="231" y="99"/>
                  </a:cubicBezTo>
                  <a:cubicBezTo>
                    <a:pt x="232" y="98"/>
                    <a:pt x="232" y="97"/>
                    <a:pt x="231" y="97"/>
                  </a:cubicBezTo>
                  <a:cubicBezTo>
                    <a:pt x="231" y="96"/>
                    <a:pt x="231" y="95"/>
                    <a:pt x="230" y="95"/>
                  </a:cubicBezTo>
                  <a:close/>
                  <a:moveTo>
                    <a:pt x="236" y="82"/>
                  </a:moveTo>
                  <a:cubicBezTo>
                    <a:pt x="234" y="83"/>
                    <a:pt x="234" y="83"/>
                    <a:pt x="234" y="83"/>
                  </a:cubicBezTo>
                  <a:cubicBezTo>
                    <a:pt x="235" y="83"/>
                    <a:pt x="236" y="84"/>
                    <a:pt x="236" y="84"/>
                  </a:cubicBezTo>
                  <a:cubicBezTo>
                    <a:pt x="237" y="85"/>
                    <a:pt x="237" y="85"/>
                    <a:pt x="237" y="87"/>
                  </a:cubicBezTo>
                  <a:cubicBezTo>
                    <a:pt x="237" y="87"/>
                    <a:pt x="237" y="88"/>
                    <a:pt x="236" y="89"/>
                  </a:cubicBezTo>
                  <a:cubicBezTo>
                    <a:pt x="236" y="89"/>
                    <a:pt x="236" y="89"/>
                    <a:pt x="236" y="90"/>
                  </a:cubicBezTo>
                  <a:cubicBezTo>
                    <a:pt x="236" y="91"/>
                    <a:pt x="236" y="91"/>
                    <a:pt x="236" y="91"/>
                  </a:cubicBezTo>
                  <a:cubicBezTo>
                    <a:pt x="236" y="92"/>
                    <a:pt x="237" y="91"/>
                    <a:pt x="238" y="90"/>
                  </a:cubicBezTo>
                  <a:cubicBezTo>
                    <a:pt x="239" y="89"/>
                    <a:pt x="240" y="88"/>
                    <a:pt x="240" y="87"/>
                  </a:cubicBezTo>
                  <a:cubicBezTo>
                    <a:pt x="241" y="87"/>
                    <a:pt x="242" y="87"/>
                    <a:pt x="242" y="88"/>
                  </a:cubicBezTo>
                  <a:cubicBezTo>
                    <a:pt x="243" y="88"/>
                    <a:pt x="243" y="89"/>
                    <a:pt x="243" y="91"/>
                  </a:cubicBezTo>
                  <a:cubicBezTo>
                    <a:pt x="243" y="92"/>
                    <a:pt x="242" y="93"/>
                    <a:pt x="242" y="94"/>
                  </a:cubicBezTo>
                  <a:cubicBezTo>
                    <a:pt x="241" y="95"/>
                    <a:pt x="240" y="95"/>
                    <a:pt x="239" y="96"/>
                  </a:cubicBezTo>
                  <a:cubicBezTo>
                    <a:pt x="238" y="96"/>
                    <a:pt x="238" y="96"/>
                    <a:pt x="238" y="95"/>
                  </a:cubicBezTo>
                  <a:cubicBezTo>
                    <a:pt x="237" y="95"/>
                    <a:pt x="237" y="95"/>
                    <a:pt x="237" y="94"/>
                  </a:cubicBezTo>
                  <a:cubicBezTo>
                    <a:pt x="237" y="94"/>
                    <a:pt x="237" y="93"/>
                    <a:pt x="237" y="93"/>
                  </a:cubicBezTo>
                  <a:cubicBezTo>
                    <a:pt x="237" y="93"/>
                    <a:pt x="237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5" y="93"/>
                    <a:pt x="235" y="92"/>
                    <a:pt x="235" y="92"/>
                  </a:cubicBezTo>
                  <a:cubicBezTo>
                    <a:pt x="235" y="91"/>
                    <a:pt x="235" y="91"/>
                    <a:pt x="235" y="90"/>
                  </a:cubicBezTo>
                  <a:cubicBezTo>
                    <a:pt x="234" y="91"/>
                    <a:pt x="233" y="91"/>
                    <a:pt x="232" y="90"/>
                  </a:cubicBezTo>
                  <a:cubicBezTo>
                    <a:pt x="231" y="89"/>
                    <a:pt x="230" y="89"/>
                    <a:pt x="230" y="87"/>
                  </a:cubicBezTo>
                  <a:cubicBezTo>
                    <a:pt x="230" y="87"/>
                    <a:pt x="231" y="85"/>
                    <a:pt x="232" y="85"/>
                  </a:cubicBezTo>
                  <a:cubicBezTo>
                    <a:pt x="232" y="84"/>
                    <a:pt x="232" y="84"/>
                    <a:pt x="233" y="83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35" y="81"/>
                    <a:pt x="235" y="81"/>
                    <a:pt x="235" y="81"/>
                  </a:cubicBezTo>
                  <a:cubicBezTo>
                    <a:pt x="236" y="82"/>
                    <a:pt x="236" y="82"/>
                    <a:pt x="236" y="82"/>
                  </a:cubicBezTo>
                  <a:close/>
                  <a:moveTo>
                    <a:pt x="236" y="86"/>
                  </a:moveTo>
                  <a:cubicBezTo>
                    <a:pt x="235" y="86"/>
                    <a:pt x="234" y="85"/>
                    <a:pt x="234" y="85"/>
                  </a:cubicBezTo>
                  <a:cubicBezTo>
                    <a:pt x="233" y="85"/>
                    <a:pt x="232" y="85"/>
                    <a:pt x="232" y="85"/>
                  </a:cubicBezTo>
                  <a:cubicBezTo>
                    <a:pt x="231" y="86"/>
                    <a:pt x="231" y="86"/>
                    <a:pt x="231" y="87"/>
                  </a:cubicBezTo>
                  <a:cubicBezTo>
                    <a:pt x="231" y="87"/>
                    <a:pt x="232" y="87"/>
                    <a:pt x="232" y="88"/>
                  </a:cubicBezTo>
                  <a:cubicBezTo>
                    <a:pt x="233" y="88"/>
                    <a:pt x="233" y="89"/>
                    <a:pt x="234" y="89"/>
                  </a:cubicBezTo>
                  <a:cubicBezTo>
                    <a:pt x="235" y="89"/>
                    <a:pt x="235" y="89"/>
                    <a:pt x="236" y="89"/>
                  </a:cubicBezTo>
                  <a:cubicBezTo>
                    <a:pt x="237" y="88"/>
                    <a:pt x="236" y="87"/>
                    <a:pt x="236" y="86"/>
                  </a:cubicBezTo>
                  <a:close/>
                  <a:moveTo>
                    <a:pt x="242" y="89"/>
                  </a:moveTo>
                  <a:cubicBezTo>
                    <a:pt x="242" y="89"/>
                    <a:pt x="241" y="89"/>
                    <a:pt x="240" y="89"/>
                  </a:cubicBezTo>
                  <a:cubicBezTo>
                    <a:pt x="240" y="90"/>
                    <a:pt x="240" y="90"/>
                    <a:pt x="239" y="91"/>
                  </a:cubicBezTo>
                  <a:cubicBezTo>
                    <a:pt x="238" y="92"/>
                    <a:pt x="238" y="92"/>
                    <a:pt x="237" y="93"/>
                  </a:cubicBezTo>
                  <a:cubicBezTo>
                    <a:pt x="237" y="93"/>
                    <a:pt x="238" y="94"/>
                    <a:pt x="238" y="95"/>
                  </a:cubicBezTo>
                  <a:cubicBezTo>
                    <a:pt x="239" y="95"/>
                    <a:pt x="240" y="95"/>
                    <a:pt x="241" y="93"/>
                  </a:cubicBezTo>
                  <a:cubicBezTo>
                    <a:pt x="242" y="93"/>
                    <a:pt x="242" y="91"/>
                    <a:pt x="243" y="91"/>
                  </a:cubicBezTo>
                  <a:cubicBezTo>
                    <a:pt x="243" y="90"/>
                    <a:pt x="242" y="89"/>
                    <a:pt x="242" y="89"/>
                  </a:cubicBezTo>
                  <a:close/>
                  <a:moveTo>
                    <a:pt x="242" y="73"/>
                  </a:moveTo>
                  <a:cubicBezTo>
                    <a:pt x="242" y="73"/>
                    <a:pt x="242" y="73"/>
                    <a:pt x="242" y="74"/>
                  </a:cubicBezTo>
                  <a:cubicBezTo>
                    <a:pt x="242" y="74"/>
                    <a:pt x="242" y="74"/>
                    <a:pt x="242" y="75"/>
                  </a:cubicBezTo>
                  <a:cubicBezTo>
                    <a:pt x="247" y="83"/>
                    <a:pt x="247" y="83"/>
                    <a:pt x="247" y="83"/>
                  </a:cubicBezTo>
                  <a:cubicBezTo>
                    <a:pt x="248" y="85"/>
                    <a:pt x="248" y="86"/>
                    <a:pt x="247" y="87"/>
                  </a:cubicBezTo>
                  <a:cubicBezTo>
                    <a:pt x="246" y="88"/>
                    <a:pt x="246" y="88"/>
                    <a:pt x="245" y="87"/>
                  </a:cubicBezTo>
                  <a:cubicBezTo>
                    <a:pt x="245" y="87"/>
                    <a:pt x="245" y="87"/>
                    <a:pt x="245" y="87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46" y="85"/>
                    <a:pt x="246" y="85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6" y="83"/>
                    <a:pt x="245" y="81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7" y="80"/>
                    <a:pt x="237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5" y="80"/>
                    <a:pt x="235" y="80"/>
                    <a:pt x="235" y="80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9"/>
                    <a:pt x="239" y="79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2" y="75"/>
                    <a:pt x="242" y="75"/>
                    <a:pt x="242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2" y="73"/>
                    <a:pt x="242" y="73"/>
                    <a:pt x="242" y="73"/>
                  </a:cubicBezTo>
                  <a:cubicBezTo>
                    <a:pt x="242" y="73"/>
                    <a:pt x="242" y="73"/>
                    <a:pt x="242" y="73"/>
                  </a:cubicBezTo>
                  <a:close/>
                  <a:moveTo>
                    <a:pt x="253" y="63"/>
                  </a:moveTo>
                  <a:cubicBezTo>
                    <a:pt x="254" y="64"/>
                    <a:pt x="255" y="65"/>
                    <a:pt x="255" y="66"/>
                  </a:cubicBezTo>
                  <a:cubicBezTo>
                    <a:pt x="256" y="67"/>
                    <a:pt x="256" y="68"/>
                    <a:pt x="255" y="69"/>
                  </a:cubicBezTo>
                  <a:cubicBezTo>
                    <a:pt x="254" y="71"/>
                    <a:pt x="253" y="71"/>
                    <a:pt x="252" y="71"/>
                  </a:cubicBezTo>
                  <a:cubicBezTo>
                    <a:pt x="251" y="72"/>
                    <a:pt x="250" y="71"/>
                    <a:pt x="248" y="71"/>
                  </a:cubicBezTo>
                  <a:cubicBezTo>
                    <a:pt x="247" y="70"/>
                    <a:pt x="246" y="69"/>
                    <a:pt x="246" y="68"/>
                  </a:cubicBezTo>
                  <a:cubicBezTo>
                    <a:pt x="246" y="67"/>
                    <a:pt x="246" y="66"/>
                    <a:pt x="246" y="65"/>
                  </a:cubicBezTo>
                  <a:cubicBezTo>
                    <a:pt x="247" y="63"/>
                    <a:pt x="248" y="63"/>
                    <a:pt x="249" y="62"/>
                  </a:cubicBezTo>
                  <a:cubicBezTo>
                    <a:pt x="250" y="62"/>
                    <a:pt x="252" y="62"/>
                    <a:pt x="253" y="63"/>
                  </a:cubicBezTo>
                  <a:close/>
                  <a:moveTo>
                    <a:pt x="252" y="65"/>
                  </a:moveTo>
                  <a:cubicBezTo>
                    <a:pt x="251" y="64"/>
                    <a:pt x="250" y="64"/>
                    <a:pt x="249" y="64"/>
                  </a:cubicBezTo>
                  <a:cubicBezTo>
                    <a:pt x="248" y="64"/>
                    <a:pt x="247" y="64"/>
                    <a:pt x="247" y="65"/>
                  </a:cubicBezTo>
                  <a:cubicBezTo>
                    <a:pt x="246" y="66"/>
                    <a:pt x="246" y="66"/>
                    <a:pt x="247" y="67"/>
                  </a:cubicBezTo>
                  <a:cubicBezTo>
                    <a:pt x="247" y="68"/>
                    <a:pt x="248" y="68"/>
                    <a:pt x="249" y="69"/>
                  </a:cubicBezTo>
                  <a:cubicBezTo>
                    <a:pt x="250" y="69"/>
                    <a:pt x="251" y="69"/>
                    <a:pt x="252" y="70"/>
                  </a:cubicBezTo>
                  <a:cubicBezTo>
                    <a:pt x="253" y="70"/>
                    <a:pt x="254" y="69"/>
                    <a:pt x="254" y="69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4" y="66"/>
                    <a:pt x="253" y="65"/>
                    <a:pt x="252" y="65"/>
                  </a:cubicBezTo>
                  <a:close/>
                  <a:moveTo>
                    <a:pt x="266" y="40"/>
                  </a:moveTo>
                  <a:cubicBezTo>
                    <a:pt x="267" y="42"/>
                    <a:pt x="267" y="44"/>
                    <a:pt x="266" y="46"/>
                  </a:cubicBezTo>
                  <a:cubicBezTo>
                    <a:pt x="265" y="48"/>
                    <a:pt x="264" y="49"/>
                    <a:pt x="262" y="50"/>
                  </a:cubicBezTo>
                  <a:cubicBezTo>
                    <a:pt x="261" y="51"/>
                    <a:pt x="259" y="51"/>
                    <a:pt x="257" y="50"/>
                  </a:cubicBezTo>
                  <a:cubicBezTo>
                    <a:pt x="255" y="49"/>
                    <a:pt x="254" y="48"/>
                    <a:pt x="253" y="47"/>
                  </a:cubicBezTo>
                  <a:cubicBezTo>
                    <a:pt x="252" y="45"/>
                    <a:pt x="252" y="43"/>
                    <a:pt x="253" y="41"/>
                  </a:cubicBezTo>
                  <a:cubicBezTo>
                    <a:pt x="254" y="41"/>
                    <a:pt x="254" y="40"/>
                    <a:pt x="254" y="39"/>
                  </a:cubicBezTo>
                  <a:cubicBezTo>
                    <a:pt x="255" y="39"/>
                    <a:pt x="255" y="38"/>
                    <a:pt x="255" y="38"/>
                  </a:cubicBezTo>
                  <a:cubicBezTo>
                    <a:pt x="255" y="38"/>
                    <a:pt x="255" y="37"/>
                    <a:pt x="255" y="37"/>
                  </a:cubicBezTo>
                  <a:cubicBezTo>
                    <a:pt x="255" y="37"/>
                    <a:pt x="255" y="37"/>
                    <a:pt x="255" y="37"/>
                  </a:cubicBezTo>
                  <a:cubicBezTo>
                    <a:pt x="259" y="38"/>
                    <a:pt x="259" y="38"/>
                    <a:pt x="259" y="38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9"/>
                    <a:pt x="257" y="39"/>
                    <a:pt x="256" y="39"/>
                  </a:cubicBezTo>
                  <a:cubicBezTo>
                    <a:pt x="255" y="39"/>
                    <a:pt x="254" y="40"/>
                    <a:pt x="254" y="41"/>
                  </a:cubicBezTo>
                  <a:cubicBezTo>
                    <a:pt x="254" y="43"/>
                    <a:pt x="254" y="44"/>
                    <a:pt x="254" y="45"/>
                  </a:cubicBezTo>
                  <a:cubicBezTo>
                    <a:pt x="255" y="47"/>
                    <a:pt x="256" y="47"/>
                    <a:pt x="258" y="48"/>
                  </a:cubicBezTo>
                  <a:cubicBezTo>
                    <a:pt x="260" y="49"/>
                    <a:pt x="261" y="49"/>
                    <a:pt x="263" y="49"/>
                  </a:cubicBezTo>
                  <a:cubicBezTo>
                    <a:pt x="264" y="48"/>
                    <a:pt x="265" y="47"/>
                    <a:pt x="266" y="46"/>
                  </a:cubicBezTo>
                  <a:cubicBezTo>
                    <a:pt x="266" y="45"/>
                    <a:pt x="266" y="43"/>
                    <a:pt x="266" y="42"/>
                  </a:cubicBezTo>
                  <a:cubicBezTo>
                    <a:pt x="266" y="42"/>
                    <a:pt x="266" y="41"/>
                    <a:pt x="266" y="40"/>
                  </a:cubicBezTo>
                  <a:cubicBezTo>
                    <a:pt x="266" y="40"/>
                    <a:pt x="266" y="40"/>
                    <a:pt x="266" y="40"/>
                  </a:cubicBezTo>
                  <a:close/>
                  <a:moveTo>
                    <a:pt x="270" y="30"/>
                  </a:moveTo>
                  <a:cubicBezTo>
                    <a:pt x="269" y="34"/>
                    <a:pt x="269" y="34"/>
                    <a:pt x="269" y="34"/>
                  </a:cubicBezTo>
                  <a:cubicBezTo>
                    <a:pt x="269" y="34"/>
                    <a:pt x="269" y="34"/>
                    <a:pt x="269" y="34"/>
                  </a:cubicBezTo>
                  <a:cubicBezTo>
                    <a:pt x="269" y="33"/>
                    <a:pt x="269" y="33"/>
                    <a:pt x="268" y="32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2" y="31"/>
                    <a:pt x="261" y="31"/>
                    <a:pt x="261" y="32"/>
                  </a:cubicBezTo>
                  <a:cubicBezTo>
                    <a:pt x="260" y="33"/>
                    <a:pt x="261" y="33"/>
                    <a:pt x="261" y="34"/>
                  </a:cubicBezTo>
                  <a:cubicBezTo>
                    <a:pt x="266" y="36"/>
                    <a:pt x="266" y="36"/>
                    <a:pt x="266" y="36"/>
                  </a:cubicBezTo>
                  <a:cubicBezTo>
                    <a:pt x="267" y="36"/>
                    <a:pt x="268" y="36"/>
                    <a:pt x="268" y="35"/>
                  </a:cubicBezTo>
                  <a:cubicBezTo>
                    <a:pt x="268" y="35"/>
                    <a:pt x="268" y="35"/>
                    <a:pt x="268" y="35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8"/>
                    <a:pt x="267" y="38"/>
                    <a:pt x="266" y="37"/>
                  </a:cubicBezTo>
                  <a:cubicBezTo>
                    <a:pt x="256" y="35"/>
                    <a:pt x="256" y="35"/>
                    <a:pt x="256" y="35"/>
                  </a:cubicBezTo>
                  <a:cubicBezTo>
                    <a:pt x="256" y="35"/>
                    <a:pt x="255" y="35"/>
                    <a:pt x="255" y="35"/>
                  </a:cubicBezTo>
                  <a:cubicBezTo>
                    <a:pt x="255" y="35"/>
                    <a:pt x="255" y="35"/>
                    <a:pt x="255" y="35"/>
                  </a:cubicBezTo>
                  <a:cubicBezTo>
                    <a:pt x="254" y="35"/>
                    <a:pt x="254" y="35"/>
                    <a:pt x="254" y="35"/>
                  </a:cubicBezTo>
                  <a:cubicBezTo>
                    <a:pt x="254" y="35"/>
                    <a:pt x="254" y="34"/>
                    <a:pt x="254" y="32"/>
                  </a:cubicBezTo>
                  <a:cubicBezTo>
                    <a:pt x="260" y="34"/>
                    <a:pt x="260" y="34"/>
                    <a:pt x="260" y="34"/>
                  </a:cubicBezTo>
                  <a:cubicBezTo>
                    <a:pt x="260" y="33"/>
                    <a:pt x="259" y="31"/>
                    <a:pt x="260" y="31"/>
                  </a:cubicBezTo>
                  <a:cubicBezTo>
                    <a:pt x="260" y="29"/>
                    <a:pt x="261" y="28"/>
                    <a:pt x="263" y="29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0" y="31"/>
                    <a:pt x="270" y="31"/>
                    <a:pt x="270" y="30"/>
                  </a:cubicBezTo>
                  <a:cubicBezTo>
                    <a:pt x="270" y="30"/>
                    <a:pt x="270" y="30"/>
                    <a:pt x="270" y="30"/>
                  </a:cubicBezTo>
                  <a:close/>
                  <a:moveTo>
                    <a:pt x="259" y="22"/>
                  </a:moveTo>
                  <a:cubicBezTo>
                    <a:pt x="259" y="22"/>
                    <a:pt x="259" y="22"/>
                    <a:pt x="260" y="23"/>
                  </a:cubicBezTo>
                  <a:cubicBezTo>
                    <a:pt x="260" y="23"/>
                    <a:pt x="260" y="23"/>
                    <a:pt x="260" y="23"/>
                  </a:cubicBezTo>
                  <a:cubicBezTo>
                    <a:pt x="259" y="24"/>
                    <a:pt x="260" y="24"/>
                    <a:pt x="259" y="24"/>
                  </a:cubicBezTo>
                  <a:cubicBezTo>
                    <a:pt x="259" y="24"/>
                    <a:pt x="259" y="25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3"/>
                    <a:pt x="257" y="23"/>
                    <a:pt x="258" y="23"/>
                  </a:cubicBezTo>
                  <a:cubicBezTo>
                    <a:pt x="258" y="23"/>
                    <a:pt x="258" y="23"/>
                    <a:pt x="258" y="22"/>
                  </a:cubicBezTo>
                  <a:cubicBezTo>
                    <a:pt x="258" y="22"/>
                    <a:pt x="258" y="22"/>
                    <a:pt x="259" y="22"/>
                  </a:cubicBezTo>
                  <a:close/>
                  <a:moveTo>
                    <a:pt x="272" y="23"/>
                  </a:moveTo>
                  <a:cubicBezTo>
                    <a:pt x="271" y="28"/>
                    <a:pt x="271" y="28"/>
                    <a:pt x="271" y="28"/>
                  </a:cubicBezTo>
                  <a:cubicBezTo>
                    <a:pt x="270" y="28"/>
                    <a:pt x="270" y="28"/>
                    <a:pt x="270" y="28"/>
                  </a:cubicBezTo>
                  <a:cubicBezTo>
                    <a:pt x="270" y="27"/>
                    <a:pt x="270" y="26"/>
                    <a:pt x="269" y="26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3" y="25"/>
                    <a:pt x="262" y="25"/>
                    <a:pt x="262" y="26"/>
                  </a:cubicBezTo>
                  <a:cubicBezTo>
                    <a:pt x="262" y="26"/>
                    <a:pt x="262" y="26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3"/>
                    <a:pt x="262" y="23"/>
                    <a:pt x="262" y="23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71" y="25"/>
                    <a:pt x="271" y="24"/>
                    <a:pt x="272" y="23"/>
                  </a:cubicBezTo>
                  <a:cubicBezTo>
                    <a:pt x="272" y="23"/>
                    <a:pt x="272" y="23"/>
                    <a:pt x="272" y="23"/>
                  </a:cubicBezTo>
                  <a:close/>
                  <a:moveTo>
                    <a:pt x="273" y="12"/>
                  </a:moveTo>
                  <a:cubicBezTo>
                    <a:pt x="273" y="16"/>
                    <a:pt x="273" y="16"/>
                    <a:pt x="273" y="16"/>
                  </a:cubicBezTo>
                  <a:cubicBezTo>
                    <a:pt x="272" y="16"/>
                    <a:pt x="272" y="16"/>
                    <a:pt x="272" y="16"/>
                  </a:cubicBezTo>
                  <a:cubicBezTo>
                    <a:pt x="272" y="15"/>
                    <a:pt x="272" y="15"/>
                    <a:pt x="271" y="15"/>
                  </a:cubicBezTo>
                  <a:cubicBezTo>
                    <a:pt x="266" y="14"/>
                    <a:pt x="266" y="14"/>
                    <a:pt x="266" y="14"/>
                  </a:cubicBezTo>
                  <a:cubicBezTo>
                    <a:pt x="266" y="14"/>
                    <a:pt x="266" y="14"/>
                    <a:pt x="265" y="14"/>
                  </a:cubicBezTo>
                  <a:cubicBezTo>
                    <a:pt x="265" y="15"/>
                    <a:pt x="265" y="15"/>
                    <a:pt x="265" y="15"/>
                  </a:cubicBezTo>
                  <a:cubicBezTo>
                    <a:pt x="265" y="16"/>
                    <a:pt x="265" y="17"/>
                    <a:pt x="266" y="18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72" y="19"/>
                    <a:pt x="272" y="18"/>
                    <a:pt x="273" y="17"/>
                  </a:cubicBezTo>
                  <a:cubicBezTo>
                    <a:pt x="273" y="17"/>
                    <a:pt x="273" y="17"/>
                    <a:pt x="273" y="17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72" y="22"/>
                    <a:pt x="272" y="22"/>
                    <a:pt x="272" y="22"/>
                  </a:cubicBezTo>
                  <a:cubicBezTo>
                    <a:pt x="272" y="21"/>
                    <a:pt x="272" y="21"/>
                    <a:pt x="271" y="20"/>
                  </a:cubicBezTo>
                  <a:cubicBezTo>
                    <a:pt x="265" y="19"/>
                    <a:pt x="265" y="19"/>
                    <a:pt x="265" y="19"/>
                  </a:cubicBezTo>
                  <a:cubicBezTo>
                    <a:pt x="265" y="19"/>
                    <a:pt x="264" y="19"/>
                    <a:pt x="264" y="19"/>
                  </a:cubicBezTo>
                  <a:cubicBezTo>
                    <a:pt x="264" y="19"/>
                    <a:pt x="264" y="20"/>
                    <a:pt x="264" y="21"/>
                  </a:cubicBezTo>
                  <a:cubicBezTo>
                    <a:pt x="264" y="21"/>
                    <a:pt x="264" y="21"/>
                    <a:pt x="264" y="21"/>
                  </a:cubicBezTo>
                  <a:cubicBezTo>
                    <a:pt x="263" y="17"/>
                    <a:pt x="263" y="17"/>
                    <a:pt x="263" y="17"/>
                  </a:cubicBezTo>
                  <a:cubicBezTo>
                    <a:pt x="265" y="18"/>
                    <a:pt x="265" y="18"/>
                    <a:pt x="265" y="18"/>
                  </a:cubicBezTo>
                  <a:cubicBezTo>
                    <a:pt x="264" y="17"/>
                    <a:pt x="263" y="16"/>
                    <a:pt x="264" y="15"/>
                  </a:cubicBezTo>
                  <a:cubicBezTo>
                    <a:pt x="264" y="13"/>
                    <a:pt x="265" y="12"/>
                    <a:pt x="267" y="13"/>
                  </a:cubicBezTo>
                  <a:cubicBezTo>
                    <a:pt x="272" y="13"/>
                    <a:pt x="272" y="13"/>
                    <a:pt x="272" y="13"/>
                  </a:cubicBezTo>
                  <a:cubicBezTo>
                    <a:pt x="272" y="13"/>
                    <a:pt x="273" y="13"/>
                    <a:pt x="273" y="12"/>
                  </a:cubicBezTo>
                  <a:cubicBezTo>
                    <a:pt x="273" y="12"/>
                    <a:pt x="273" y="12"/>
                    <a:pt x="273" y="12"/>
                  </a:cubicBezTo>
                  <a:close/>
                  <a:moveTo>
                    <a:pt x="273" y="1"/>
                  </a:moveTo>
                  <a:cubicBezTo>
                    <a:pt x="273" y="2"/>
                    <a:pt x="273" y="2"/>
                    <a:pt x="274" y="2"/>
                  </a:cubicBezTo>
                  <a:cubicBezTo>
                    <a:pt x="274" y="3"/>
                    <a:pt x="274" y="3"/>
                    <a:pt x="274" y="3"/>
                  </a:cubicBezTo>
                  <a:cubicBezTo>
                    <a:pt x="274" y="4"/>
                    <a:pt x="274" y="4"/>
                    <a:pt x="272" y="5"/>
                  </a:cubicBezTo>
                  <a:cubicBezTo>
                    <a:pt x="273" y="5"/>
                    <a:pt x="273" y="5"/>
                    <a:pt x="274" y="6"/>
                  </a:cubicBezTo>
                  <a:cubicBezTo>
                    <a:pt x="274" y="7"/>
                    <a:pt x="274" y="7"/>
                    <a:pt x="274" y="7"/>
                  </a:cubicBezTo>
                  <a:cubicBezTo>
                    <a:pt x="274" y="8"/>
                    <a:pt x="274" y="9"/>
                    <a:pt x="273" y="9"/>
                  </a:cubicBezTo>
                  <a:cubicBezTo>
                    <a:pt x="273" y="9"/>
                    <a:pt x="272" y="10"/>
                    <a:pt x="272" y="10"/>
                  </a:cubicBezTo>
                  <a:cubicBezTo>
                    <a:pt x="270" y="10"/>
                    <a:pt x="270" y="9"/>
                    <a:pt x="269" y="8"/>
                  </a:cubicBezTo>
                  <a:cubicBezTo>
                    <a:pt x="268" y="7"/>
                    <a:pt x="268" y="6"/>
                    <a:pt x="268" y="5"/>
                  </a:cubicBezTo>
                  <a:cubicBezTo>
                    <a:pt x="267" y="5"/>
                    <a:pt x="267" y="5"/>
                    <a:pt x="267" y="5"/>
                  </a:cubicBezTo>
                  <a:cubicBezTo>
                    <a:pt x="265" y="5"/>
                    <a:pt x="264" y="5"/>
                    <a:pt x="264" y="6"/>
                  </a:cubicBezTo>
                  <a:cubicBezTo>
                    <a:pt x="264" y="7"/>
                    <a:pt x="265" y="7"/>
                    <a:pt x="265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7" y="8"/>
                  </a:cubicBezTo>
                  <a:cubicBezTo>
                    <a:pt x="267" y="8"/>
                    <a:pt x="267" y="8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6" y="10"/>
                    <a:pt x="266" y="10"/>
                    <a:pt x="266" y="10"/>
                  </a:cubicBezTo>
                  <a:cubicBezTo>
                    <a:pt x="266" y="10"/>
                    <a:pt x="265" y="9"/>
                    <a:pt x="265" y="9"/>
                  </a:cubicBezTo>
                  <a:cubicBezTo>
                    <a:pt x="264" y="8"/>
                    <a:pt x="264" y="7"/>
                    <a:pt x="264" y="7"/>
                  </a:cubicBezTo>
                  <a:cubicBezTo>
                    <a:pt x="264" y="5"/>
                    <a:pt x="265" y="5"/>
                    <a:pt x="265" y="4"/>
                  </a:cubicBezTo>
                  <a:cubicBezTo>
                    <a:pt x="266" y="4"/>
                    <a:pt x="266" y="3"/>
                    <a:pt x="268" y="3"/>
                  </a:cubicBezTo>
                  <a:cubicBezTo>
                    <a:pt x="272" y="3"/>
                    <a:pt x="272" y="3"/>
                    <a:pt x="272" y="3"/>
                  </a:cubicBezTo>
                  <a:cubicBezTo>
                    <a:pt x="272" y="3"/>
                    <a:pt x="273" y="3"/>
                    <a:pt x="273" y="3"/>
                  </a:cubicBezTo>
                  <a:cubicBezTo>
                    <a:pt x="273" y="3"/>
                    <a:pt x="273" y="3"/>
                    <a:pt x="272" y="2"/>
                  </a:cubicBezTo>
                  <a:cubicBezTo>
                    <a:pt x="273" y="1"/>
                    <a:pt x="273" y="1"/>
                    <a:pt x="273" y="1"/>
                  </a:cubicBezTo>
                  <a:close/>
                  <a:moveTo>
                    <a:pt x="272" y="5"/>
                  </a:moveTo>
                  <a:cubicBezTo>
                    <a:pt x="268" y="5"/>
                    <a:pt x="268" y="5"/>
                    <a:pt x="268" y="5"/>
                  </a:cubicBezTo>
                  <a:cubicBezTo>
                    <a:pt x="269" y="6"/>
                    <a:pt x="269" y="7"/>
                    <a:pt x="269" y="7"/>
                  </a:cubicBezTo>
                  <a:cubicBezTo>
                    <a:pt x="270" y="8"/>
                    <a:pt x="270" y="8"/>
                    <a:pt x="271" y="8"/>
                  </a:cubicBezTo>
                  <a:cubicBezTo>
                    <a:pt x="272" y="8"/>
                    <a:pt x="272" y="8"/>
                    <a:pt x="272" y="7"/>
                  </a:cubicBezTo>
                  <a:cubicBezTo>
                    <a:pt x="273" y="6"/>
                    <a:pt x="272" y="5"/>
                    <a:pt x="27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39" name="Freeform 41"/>
            <p:cNvSpPr>
              <a:spLocks/>
            </p:cNvSpPr>
            <p:nvPr userDrawn="1"/>
          </p:nvSpPr>
          <p:spPr bwMode="auto">
            <a:xfrm>
              <a:off x="8913875" y="4712004"/>
              <a:ext cx="161925" cy="150813"/>
            </a:xfrm>
            <a:custGeom>
              <a:avLst/>
              <a:gdLst>
                <a:gd name="T0" fmla="*/ 86 w 108"/>
                <a:gd name="T1" fmla="*/ 99 h 100"/>
                <a:gd name="T2" fmla="*/ 46 w 108"/>
                <a:gd name="T3" fmla="*/ 0 h 100"/>
                <a:gd name="T4" fmla="*/ 56 w 108"/>
                <a:gd name="T5" fmla="*/ 58 h 100"/>
                <a:gd name="T6" fmla="*/ 0 w 108"/>
                <a:gd name="T7" fmla="*/ 100 h 100"/>
                <a:gd name="T8" fmla="*/ 57 w 108"/>
                <a:gd name="T9" fmla="*/ 59 h 100"/>
                <a:gd name="T10" fmla="*/ 65 w 108"/>
                <a:gd name="T11" fmla="*/ 18 h 100"/>
                <a:gd name="T12" fmla="*/ 41 w 108"/>
                <a:gd name="T13" fmla="*/ 97 h 100"/>
                <a:gd name="T14" fmla="*/ 64 w 108"/>
                <a:gd name="T15" fmla="*/ 14 h 100"/>
                <a:gd name="T16" fmla="*/ 65 w 108"/>
                <a:gd name="T17" fmla="*/ 98 h 100"/>
                <a:gd name="T18" fmla="*/ 62 w 108"/>
                <a:gd name="T19" fmla="*/ 9 h 100"/>
                <a:gd name="T20" fmla="*/ 86 w 108"/>
                <a:gd name="T21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0">
                  <a:moveTo>
                    <a:pt x="86" y="99"/>
                  </a:moveTo>
                  <a:cubicBezTo>
                    <a:pt x="108" y="48"/>
                    <a:pt x="88" y="16"/>
                    <a:pt x="46" y="0"/>
                  </a:cubicBezTo>
                  <a:cubicBezTo>
                    <a:pt x="71" y="10"/>
                    <a:pt x="66" y="42"/>
                    <a:pt x="56" y="58"/>
                  </a:cubicBezTo>
                  <a:cubicBezTo>
                    <a:pt x="45" y="74"/>
                    <a:pt x="28" y="87"/>
                    <a:pt x="0" y="100"/>
                  </a:cubicBezTo>
                  <a:cubicBezTo>
                    <a:pt x="30" y="88"/>
                    <a:pt x="48" y="73"/>
                    <a:pt x="57" y="59"/>
                  </a:cubicBezTo>
                  <a:cubicBezTo>
                    <a:pt x="65" y="44"/>
                    <a:pt x="67" y="32"/>
                    <a:pt x="65" y="18"/>
                  </a:cubicBezTo>
                  <a:cubicBezTo>
                    <a:pt x="78" y="47"/>
                    <a:pt x="67" y="72"/>
                    <a:pt x="41" y="97"/>
                  </a:cubicBezTo>
                  <a:cubicBezTo>
                    <a:pt x="71" y="71"/>
                    <a:pt x="81" y="43"/>
                    <a:pt x="64" y="14"/>
                  </a:cubicBezTo>
                  <a:cubicBezTo>
                    <a:pt x="89" y="42"/>
                    <a:pt x="82" y="72"/>
                    <a:pt x="65" y="98"/>
                  </a:cubicBezTo>
                  <a:cubicBezTo>
                    <a:pt x="86" y="68"/>
                    <a:pt x="90" y="36"/>
                    <a:pt x="62" y="9"/>
                  </a:cubicBezTo>
                  <a:cubicBezTo>
                    <a:pt x="96" y="30"/>
                    <a:pt x="101" y="59"/>
                    <a:pt x="8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40" name="Freeform 42"/>
            <p:cNvSpPr>
              <a:spLocks/>
            </p:cNvSpPr>
            <p:nvPr userDrawn="1"/>
          </p:nvSpPr>
          <p:spPr bwMode="auto">
            <a:xfrm>
              <a:off x="8942450" y="4694541"/>
              <a:ext cx="49213" cy="20638"/>
            </a:xfrm>
            <a:custGeom>
              <a:avLst/>
              <a:gdLst>
                <a:gd name="T0" fmla="*/ 19 w 33"/>
                <a:gd name="T1" fmla="*/ 14 h 14"/>
                <a:gd name="T2" fmla="*/ 0 w 33"/>
                <a:gd name="T3" fmla="*/ 0 h 14"/>
                <a:gd name="T4" fmla="*/ 33 w 33"/>
                <a:gd name="T5" fmla="*/ 5 h 14"/>
                <a:gd name="T6" fmla="*/ 18 w 33"/>
                <a:gd name="T7" fmla="*/ 6 h 14"/>
                <a:gd name="T8" fmla="*/ 19 w 3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4">
                  <a:moveTo>
                    <a:pt x="19" y="14"/>
                  </a:moveTo>
                  <a:cubicBezTo>
                    <a:pt x="13" y="8"/>
                    <a:pt x="8" y="4"/>
                    <a:pt x="0" y="0"/>
                  </a:cubicBezTo>
                  <a:cubicBezTo>
                    <a:pt x="11" y="0"/>
                    <a:pt x="25" y="3"/>
                    <a:pt x="33" y="5"/>
                  </a:cubicBezTo>
                  <a:cubicBezTo>
                    <a:pt x="24" y="4"/>
                    <a:pt x="20" y="5"/>
                    <a:pt x="18" y="6"/>
                  </a:cubicBezTo>
                  <a:cubicBezTo>
                    <a:pt x="16" y="8"/>
                    <a:pt x="17" y="10"/>
                    <a:pt x="1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41" name="Freeform 43"/>
            <p:cNvSpPr>
              <a:spLocks/>
            </p:cNvSpPr>
            <p:nvPr userDrawn="1"/>
          </p:nvSpPr>
          <p:spPr bwMode="auto">
            <a:xfrm>
              <a:off x="8867838" y="4856466"/>
              <a:ext cx="195263" cy="30163"/>
            </a:xfrm>
            <a:custGeom>
              <a:avLst/>
              <a:gdLst>
                <a:gd name="T0" fmla="*/ 70 w 131"/>
                <a:gd name="T1" fmla="*/ 20 h 20"/>
                <a:gd name="T2" fmla="*/ 77 w 131"/>
                <a:gd name="T3" fmla="*/ 12 h 20"/>
                <a:gd name="T4" fmla="*/ 100 w 131"/>
                <a:gd name="T5" fmla="*/ 12 h 20"/>
                <a:gd name="T6" fmla="*/ 131 w 131"/>
                <a:gd name="T7" fmla="*/ 14 h 20"/>
                <a:gd name="T8" fmla="*/ 124 w 131"/>
                <a:gd name="T9" fmla="*/ 8 h 20"/>
                <a:gd name="T10" fmla="*/ 101 w 131"/>
                <a:gd name="T11" fmla="*/ 5 h 20"/>
                <a:gd name="T12" fmla="*/ 77 w 131"/>
                <a:gd name="T13" fmla="*/ 0 h 20"/>
                <a:gd name="T14" fmla="*/ 65 w 131"/>
                <a:gd name="T15" fmla="*/ 12 h 20"/>
                <a:gd name="T16" fmla="*/ 53 w 131"/>
                <a:gd name="T17" fmla="*/ 0 h 20"/>
                <a:gd name="T18" fmla="*/ 30 w 131"/>
                <a:gd name="T19" fmla="*/ 5 h 20"/>
                <a:gd name="T20" fmla="*/ 7 w 131"/>
                <a:gd name="T21" fmla="*/ 8 h 20"/>
                <a:gd name="T22" fmla="*/ 0 w 131"/>
                <a:gd name="T23" fmla="*/ 14 h 20"/>
                <a:gd name="T24" fmla="*/ 31 w 131"/>
                <a:gd name="T25" fmla="*/ 12 h 20"/>
                <a:gd name="T26" fmla="*/ 54 w 131"/>
                <a:gd name="T27" fmla="*/ 12 h 20"/>
                <a:gd name="T28" fmla="*/ 61 w 131"/>
                <a:gd name="T29" fmla="*/ 20 h 20"/>
                <a:gd name="T30" fmla="*/ 70 w 131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20">
                  <a:moveTo>
                    <a:pt x="70" y="20"/>
                  </a:moveTo>
                  <a:cubicBezTo>
                    <a:pt x="70" y="16"/>
                    <a:pt x="71" y="14"/>
                    <a:pt x="77" y="12"/>
                  </a:cubicBezTo>
                  <a:cubicBezTo>
                    <a:pt x="83" y="10"/>
                    <a:pt x="89" y="11"/>
                    <a:pt x="100" y="12"/>
                  </a:cubicBezTo>
                  <a:cubicBezTo>
                    <a:pt x="111" y="14"/>
                    <a:pt x="120" y="15"/>
                    <a:pt x="131" y="14"/>
                  </a:cubicBezTo>
                  <a:cubicBezTo>
                    <a:pt x="127" y="12"/>
                    <a:pt x="126" y="10"/>
                    <a:pt x="124" y="8"/>
                  </a:cubicBezTo>
                  <a:cubicBezTo>
                    <a:pt x="115" y="8"/>
                    <a:pt x="109" y="7"/>
                    <a:pt x="101" y="5"/>
                  </a:cubicBezTo>
                  <a:cubicBezTo>
                    <a:pt x="93" y="2"/>
                    <a:pt x="83" y="0"/>
                    <a:pt x="77" y="0"/>
                  </a:cubicBezTo>
                  <a:cubicBezTo>
                    <a:pt x="71" y="1"/>
                    <a:pt x="67" y="4"/>
                    <a:pt x="65" y="12"/>
                  </a:cubicBezTo>
                  <a:cubicBezTo>
                    <a:pt x="63" y="4"/>
                    <a:pt x="59" y="1"/>
                    <a:pt x="53" y="0"/>
                  </a:cubicBezTo>
                  <a:cubicBezTo>
                    <a:pt x="47" y="0"/>
                    <a:pt x="38" y="2"/>
                    <a:pt x="30" y="5"/>
                  </a:cubicBezTo>
                  <a:cubicBezTo>
                    <a:pt x="22" y="7"/>
                    <a:pt x="16" y="8"/>
                    <a:pt x="7" y="8"/>
                  </a:cubicBezTo>
                  <a:cubicBezTo>
                    <a:pt x="5" y="10"/>
                    <a:pt x="4" y="12"/>
                    <a:pt x="0" y="14"/>
                  </a:cubicBezTo>
                  <a:cubicBezTo>
                    <a:pt x="11" y="15"/>
                    <a:pt x="20" y="14"/>
                    <a:pt x="31" y="12"/>
                  </a:cubicBezTo>
                  <a:cubicBezTo>
                    <a:pt x="41" y="11"/>
                    <a:pt x="48" y="10"/>
                    <a:pt x="54" y="12"/>
                  </a:cubicBezTo>
                  <a:cubicBezTo>
                    <a:pt x="60" y="14"/>
                    <a:pt x="61" y="16"/>
                    <a:pt x="61" y="20"/>
                  </a:cubicBezTo>
                  <a:cubicBezTo>
                    <a:pt x="70" y="20"/>
                    <a:pt x="70" y="20"/>
                    <a:pt x="7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42" name="Freeform 44"/>
            <p:cNvSpPr>
              <a:spLocks noEditPoints="1"/>
            </p:cNvSpPr>
            <p:nvPr userDrawn="1"/>
          </p:nvSpPr>
          <p:spPr bwMode="auto">
            <a:xfrm>
              <a:off x="8840850" y="4681841"/>
              <a:ext cx="252413" cy="257175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6 h 171"/>
                <a:gd name="T4" fmla="*/ 85 w 170"/>
                <a:gd name="T5" fmla="*/ 171 h 171"/>
                <a:gd name="T6" fmla="*/ 170 w 170"/>
                <a:gd name="T7" fmla="*/ 86 h 171"/>
                <a:gd name="T8" fmla="*/ 85 w 170"/>
                <a:gd name="T9" fmla="*/ 0 h 171"/>
                <a:gd name="T10" fmla="*/ 85 w 170"/>
                <a:gd name="T11" fmla="*/ 168 h 171"/>
                <a:gd name="T12" fmla="*/ 2 w 170"/>
                <a:gd name="T13" fmla="*/ 85 h 171"/>
                <a:gd name="T14" fmla="*/ 85 w 170"/>
                <a:gd name="T15" fmla="*/ 3 h 171"/>
                <a:gd name="T16" fmla="*/ 167 w 170"/>
                <a:gd name="T17" fmla="*/ 85 h 171"/>
                <a:gd name="T18" fmla="*/ 85 w 170"/>
                <a:gd name="T19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2"/>
                    <a:pt x="38" y="171"/>
                    <a:pt x="85" y="171"/>
                  </a:cubicBezTo>
                  <a:cubicBezTo>
                    <a:pt x="132" y="171"/>
                    <a:pt x="170" y="133"/>
                    <a:pt x="170" y="86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68"/>
                  </a:moveTo>
                  <a:cubicBezTo>
                    <a:pt x="39" y="168"/>
                    <a:pt x="2" y="131"/>
                    <a:pt x="2" y="85"/>
                  </a:cubicBezTo>
                  <a:cubicBezTo>
                    <a:pt x="2" y="40"/>
                    <a:pt x="39" y="3"/>
                    <a:pt x="85" y="3"/>
                  </a:cubicBezTo>
                  <a:cubicBezTo>
                    <a:pt x="130" y="3"/>
                    <a:pt x="167" y="40"/>
                    <a:pt x="167" y="85"/>
                  </a:cubicBezTo>
                  <a:cubicBezTo>
                    <a:pt x="167" y="131"/>
                    <a:pt x="130" y="168"/>
                    <a:pt x="8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43" name="Freeform 45"/>
            <p:cNvSpPr>
              <a:spLocks noEditPoints="1"/>
            </p:cNvSpPr>
            <p:nvPr userDrawn="1"/>
          </p:nvSpPr>
          <p:spPr bwMode="auto">
            <a:xfrm>
              <a:off x="9091675" y="4667554"/>
              <a:ext cx="39688" cy="36513"/>
            </a:xfrm>
            <a:custGeom>
              <a:avLst/>
              <a:gdLst>
                <a:gd name="T0" fmla="*/ 13 w 26"/>
                <a:gd name="T1" fmla="*/ 16 h 25"/>
                <a:gd name="T2" fmla="*/ 11 w 26"/>
                <a:gd name="T3" fmla="*/ 25 h 25"/>
                <a:gd name="T4" fmla="*/ 7 w 26"/>
                <a:gd name="T5" fmla="*/ 24 h 25"/>
                <a:gd name="T6" fmla="*/ 9 w 26"/>
                <a:gd name="T7" fmla="*/ 19 h 25"/>
                <a:gd name="T8" fmla="*/ 10 w 26"/>
                <a:gd name="T9" fmla="*/ 14 h 25"/>
                <a:gd name="T10" fmla="*/ 10 w 26"/>
                <a:gd name="T11" fmla="*/ 14 h 25"/>
                <a:gd name="T12" fmla="*/ 13 w 26"/>
                <a:gd name="T13" fmla="*/ 16 h 25"/>
                <a:gd name="T14" fmla="*/ 25 w 26"/>
                <a:gd name="T15" fmla="*/ 0 h 25"/>
                <a:gd name="T16" fmla="*/ 26 w 26"/>
                <a:gd name="T17" fmla="*/ 2 h 25"/>
                <a:gd name="T18" fmla="*/ 21 w 26"/>
                <a:gd name="T19" fmla="*/ 7 h 25"/>
                <a:gd name="T20" fmla="*/ 18 w 26"/>
                <a:gd name="T21" fmla="*/ 9 h 25"/>
                <a:gd name="T22" fmla="*/ 22 w 26"/>
                <a:gd name="T23" fmla="*/ 11 h 25"/>
                <a:gd name="T24" fmla="*/ 22 w 26"/>
                <a:gd name="T25" fmla="*/ 11 h 25"/>
                <a:gd name="T26" fmla="*/ 23 w 26"/>
                <a:gd name="T27" fmla="*/ 9 h 25"/>
                <a:gd name="T28" fmla="*/ 23 w 26"/>
                <a:gd name="T29" fmla="*/ 9 h 25"/>
                <a:gd name="T30" fmla="*/ 24 w 26"/>
                <a:gd name="T31" fmla="*/ 9 h 25"/>
                <a:gd name="T32" fmla="*/ 25 w 26"/>
                <a:gd name="T33" fmla="*/ 14 h 25"/>
                <a:gd name="T34" fmla="*/ 26 w 26"/>
                <a:gd name="T35" fmla="*/ 15 h 25"/>
                <a:gd name="T36" fmla="*/ 26 w 26"/>
                <a:gd name="T37" fmla="*/ 16 h 25"/>
                <a:gd name="T38" fmla="*/ 25 w 26"/>
                <a:gd name="T39" fmla="*/ 16 h 25"/>
                <a:gd name="T40" fmla="*/ 23 w 26"/>
                <a:gd name="T41" fmla="*/ 16 h 25"/>
                <a:gd name="T42" fmla="*/ 22 w 26"/>
                <a:gd name="T43" fmla="*/ 15 h 25"/>
                <a:gd name="T44" fmla="*/ 13 w 26"/>
                <a:gd name="T45" fmla="*/ 11 h 25"/>
                <a:gd name="T46" fmla="*/ 4 w 26"/>
                <a:gd name="T47" fmla="*/ 13 h 25"/>
                <a:gd name="T48" fmla="*/ 2 w 26"/>
                <a:gd name="T49" fmla="*/ 8 h 25"/>
                <a:gd name="T50" fmla="*/ 2 w 26"/>
                <a:gd name="T51" fmla="*/ 8 h 25"/>
                <a:gd name="T52" fmla="*/ 3 w 26"/>
                <a:gd name="T53" fmla="*/ 8 h 25"/>
                <a:gd name="T54" fmla="*/ 5 w 26"/>
                <a:gd name="T55" fmla="*/ 10 h 25"/>
                <a:gd name="T56" fmla="*/ 11 w 26"/>
                <a:gd name="T57" fmla="*/ 10 h 25"/>
                <a:gd name="T58" fmla="*/ 11 w 26"/>
                <a:gd name="T59" fmla="*/ 9 h 25"/>
                <a:gd name="T60" fmla="*/ 8 w 26"/>
                <a:gd name="T61" fmla="*/ 3 h 25"/>
                <a:gd name="T62" fmla="*/ 9 w 26"/>
                <a:gd name="T63" fmla="*/ 2 h 25"/>
                <a:gd name="T64" fmla="*/ 10 w 26"/>
                <a:gd name="T65" fmla="*/ 2 h 25"/>
                <a:gd name="T66" fmla="*/ 11 w 26"/>
                <a:gd name="T67" fmla="*/ 5 h 25"/>
                <a:gd name="T68" fmla="*/ 12 w 26"/>
                <a:gd name="T69" fmla="*/ 6 h 25"/>
                <a:gd name="T70" fmla="*/ 15 w 26"/>
                <a:gd name="T71" fmla="*/ 8 h 25"/>
                <a:gd name="T72" fmla="*/ 22 w 26"/>
                <a:gd name="T73" fmla="*/ 2 h 25"/>
                <a:gd name="T74" fmla="*/ 24 w 26"/>
                <a:gd name="T75" fmla="*/ 0 h 25"/>
                <a:gd name="T76" fmla="*/ 25 w 26"/>
                <a:gd name="T7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" h="25">
                  <a:moveTo>
                    <a:pt x="13" y="16"/>
                  </a:moveTo>
                  <a:cubicBezTo>
                    <a:pt x="14" y="18"/>
                    <a:pt x="13" y="24"/>
                    <a:pt x="11" y="25"/>
                  </a:cubicBezTo>
                  <a:cubicBezTo>
                    <a:pt x="10" y="25"/>
                    <a:pt x="7" y="25"/>
                    <a:pt x="7" y="24"/>
                  </a:cubicBezTo>
                  <a:cubicBezTo>
                    <a:pt x="7" y="22"/>
                    <a:pt x="8" y="21"/>
                    <a:pt x="9" y="19"/>
                  </a:cubicBezTo>
                  <a:cubicBezTo>
                    <a:pt x="10" y="18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2" y="15"/>
                    <a:pt x="13" y="16"/>
                  </a:cubicBezTo>
                  <a:close/>
                  <a:moveTo>
                    <a:pt x="25" y="0"/>
                  </a:move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3" y="6"/>
                    <a:pt x="21" y="7"/>
                  </a:cubicBezTo>
                  <a:cubicBezTo>
                    <a:pt x="20" y="8"/>
                    <a:pt x="19" y="8"/>
                    <a:pt x="18" y="9"/>
                  </a:cubicBezTo>
                  <a:cubicBezTo>
                    <a:pt x="19" y="10"/>
                    <a:pt x="20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3" y="11"/>
                    <a:pt x="24" y="12"/>
                    <a:pt x="25" y="14"/>
                  </a:cubicBezTo>
                  <a:cubicBezTo>
                    <a:pt x="26" y="14"/>
                    <a:pt x="25" y="15"/>
                    <a:pt x="26" y="15"/>
                  </a:cubicBezTo>
                  <a:cubicBezTo>
                    <a:pt x="26" y="16"/>
                    <a:pt x="26" y="15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3" y="16"/>
                  </a:cubicBezTo>
                  <a:cubicBezTo>
                    <a:pt x="23" y="16"/>
                    <a:pt x="22" y="15"/>
                    <a:pt x="22" y="15"/>
                  </a:cubicBezTo>
                  <a:cubicBezTo>
                    <a:pt x="19" y="13"/>
                    <a:pt x="16" y="11"/>
                    <a:pt x="13" y="11"/>
                  </a:cubicBezTo>
                  <a:cubicBezTo>
                    <a:pt x="11" y="12"/>
                    <a:pt x="6" y="14"/>
                    <a:pt x="4" y="13"/>
                  </a:cubicBezTo>
                  <a:cubicBezTo>
                    <a:pt x="2" y="13"/>
                    <a:pt x="0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4" y="9"/>
                    <a:pt x="5" y="10"/>
                    <a:pt x="5" y="10"/>
                  </a:cubicBezTo>
                  <a:cubicBezTo>
                    <a:pt x="7" y="10"/>
                    <a:pt x="10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7" y="6"/>
                    <a:pt x="8" y="3"/>
                  </a:cubicBezTo>
                  <a:cubicBezTo>
                    <a:pt x="8" y="2"/>
                    <a:pt x="9" y="2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4" y="8"/>
                    <a:pt x="15" y="8"/>
                  </a:cubicBezTo>
                  <a:cubicBezTo>
                    <a:pt x="16" y="8"/>
                    <a:pt x="21" y="4"/>
                    <a:pt x="22" y="2"/>
                  </a:cubicBezTo>
                  <a:cubicBezTo>
                    <a:pt x="23" y="2"/>
                    <a:pt x="23" y="0"/>
                    <a:pt x="24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44" name="Freeform 46"/>
            <p:cNvSpPr>
              <a:spLocks noEditPoints="1"/>
            </p:cNvSpPr>
            <p:nvPr userDrawn="1"/>
          </p:nvSpPr>
          <p:spPr bwMode="auto">
            <a:xfrm>
              <a:off x="9120250" y="4715179"/>
              <a:ext cx="53975" cy="44450"/>
            </a:xfrm>
            <a:custGeom>
              <a:avLst/>
              <a:gdLst>
                <a:gd name="T0" fmla="*/ 32 w 36"/>
                <a:gd name="T1" fmla="*/ 11 h 30"/>
                <a:gd name="T2" fmla="*/ 36 w 36"/>
                <a:gd name="T3" fmla="*/ 16 h 30"/>
                <a:gd name="T4" fmla="*/ 30 w 36"/>
                <a:gd name="T5" fmla="*/ 16 h 30"/>
                <a:gd name="T6" fmla="*/ 26 w 36"/>
                <a:gd name="T7" fmla="*/ 13 h 30"/>
                <a:gd name="T8" fmla="*/ 27 w 36"/>
                <a:gd name="T9" fmla="*/ 16 h 30"/>
                <a:gd name="T10" fmla="*/ 23 w 36"/>
                <a:gd name="T11" fmla="*/ 22 h 30"/>
                <a:gd name="T12" fmla="*/ 14 w 36"/>
                <a:gd name="T13" fmla="*/ 21 h 30"/>
                <a:gd name="T14" fmla="*/ 14 w 36"/>
                <a:gd name="T15" fmla="*/ 24 h 30"/>
                <a:gd name="T16" fmla="*/ 14 w 36"/>
                <a:gd name="T17" fmla="*/ 30 h 30"/>
                <a:gd name="T18" fmla="*/ 10 w 36"/>
                <a:gd name="T19" fmla="*/ 24 h 30"/>
                <a:gd name="T20" fmla="*/ 1 w 36"/>
                <a:gd name="T21" fmla="*/ 18 h 30"/>
                <a:gd name="T22" fmla="*/ 3 w 36"/>
                <a:gd name="T23" fmla="*/ 19 h 30"/>
                <a:gd name="T24" fmla="*/ 9 w 36"/>
                <a:gd name="T25" fmla="*/ 24 h 30"/>
                <a:gd name="T26" fmla="*/ 9 w 36"/>
                <a:gd name="T27" fmla="*/ 23 h 30"/>
                <a:gd name="T28" fmla="*/ 6 w 36"/>
                <a:gd name="T29" fmla="*/ 20 h 30"/>
                <a:gd name="T30" fmla="*/ 4 w 36"/>
                <a:gd name="T31" fmla="*/ 12 h 30"/>
                <a:gd name="T32" fmla="*/ 8 w 36"/>
                <a:gd name="T33" fmla="*/ 18 h 30"/>
                <a:gd name="T34" fmla="*/ 12 w 36"/>
                <a:gd name="T35" fmla="*/ 20 h 30"/>
                <a:gd name="T36" fmla="*/ 17 w 36"/>
                <a:gd name="T37" fmla="*/ 19 h 30"/>
                <a:gd name="T38" fmla="*/ 14 w 36"/>
                <a:gd name="T39" fmla="*/ 16 h 30"/>
                <a:gd name="T40" fmla="*/ 21 w 36"/>
                <a:gd name="T41" fmla="*/ 20 h 30"/>
                <a:gd name="T42" fmla="*/ 24 w 36"/>
                <a:gd name="T43" fmla="*/ 18 h 30"/>
                <a:gd name="T44" fmla="*/ 14 w 36"/>
                <a:gd name="T45" fmla="*/ 12 h 30"/>
                <a:gd name="T46" fmla="*/ 10 w 36"/>
                <a:gd name="T47" fmla="*/ 14 h 30"/>
                <a:gd name="T48" fmla="*/ 10 w 36"/>
                <a:gd name="T49" fmla="*/ 12 h 30"/>
                <a:gd name="T50" fmla="*/ 14 w 36"/>
                <a:gd name="T51" fmla="*/ 6 h 30"/>
                <a:gd name="T52" fmla="*/ 21 w 36"/>
                <a:gd name="T53" fmla="*/ 10 h 30"/>
                <a:gd name="T54" fmla="*/ 32 w 36"/>
                <a:gd name="T55" fmla="*/ 14 h 30"/>
                <a:gd name="T56" fmla="*/ 32 w 36"/>
                <a:gd name="T57" fmla="*/ 14 h 30"/>
                <a:gd name="T58" fmla="*/ 29 w 36"/>
                <a:gd name="T59" fmla="*/ 6 h 30"/>
                <a:gd name="T60" fmla="*/ 32 w 36"/>
                <a:gd name="T61" fmla="*/ 6 h 30"/>
                <a:gd name="T62" fmla="*/ 34 w 36"/>
                <a:gd name="T63" fmla="*/ 0 h 30"/>
                <a:gd name="T64" fmla="*/ 29 w 36"/>
                <a:gd name="T6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" h="30">
                  <a:moveTo>
                    <a:pt x="32" y="6"/>
                  </a:moveTo>
                  <a:cubicBezTo>
                    <a:pt x="33" y="8"/>
                    <a:pt x="31" y="10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4" y="12"/>
                    <a:pt x="36" y="14"/>
                    <a:pt x="36" y="16"/>
                  </a:cubicBezTo>
                  <a:cubicBezTo>
                    <a:pt x="36" y="17"/>
                    <a:pt x="34" y="19"/>
                    <a:pt x="33" y="19"/>
                  </a:cubicBezTo>
                  <a:cubicBezTo>
                    <a:pt x="32" y="18"/>
                    <a:pt x="30" y="16"/>
                    <a:pt x="30" y="16"/>
                  </a:cubicBezTo>
                  <a:cubicBezTo>
                    <a:pt x="29" y="14"/>
                    <a:pt x="27" y="14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4"/>
                    <a:pt x="27" y="14"/>
                    <a:pt x="27" y="16"/>
                  </a:cubicBezTo>
                  <a:cubicBezTo>
                    <a:pt x="27" y="18"/>
                    <a:pt x="28" y="21"/>
                    <a:pt x="24" y="23"/>
                  </a:cubicBezTo>
                  <a:cubicBezTo>
                    <a:pt x="24" y="22"/>
                    <a:pt x="24" y="22"/>
                    <a:pt x="23" y="22"/>
                  </a:cubicBezTo>
                  <a:cubicBezTo>
                    <a:pt x="22" y="22"/>
                    <a:pt x="21" y="20"/>
                    <a:pt x="20" y="20"/>
                  </a:cubicBezTo>
                  <a:cubicBezTo>
                    <a:pt x="19" y="22"/>
                    <a:pt x="16" y="21"/>
                    <a:pt x="14" y="21"/>
                  </a:cubicBezTo>
                  <a:cubicBezTo>
                    <a:pt x="13" y="21"/>
                    <a:pt x="13" y="22"/>
                    <a:pt x="13" y="22"/>
                  </a:cubicBezTo>
                  <a:cubicBezTo>
                    <a:pt x="14" y="22"/>
                    <a:pt x="14" y="23"/>
                    <a:pt x="14" y="24"/>
                  </a:cubicBezTo>
                  <a:cubicBezTo>
                    <a:pt x="15" y="24"/>
                    <a:pt x="18" y="26"/>
                    <a:pt x="18" y="28"/>
                  </a:cubicBezTo>
                  <a:cubicBezTo>
                    <a:pt x="18" y="29"/>
                    <a:pt x="16" y="30"/>
                    <a:pt x="14" y="30"/>
                  </a:cubicBezTo>
                  <a:cubicBezTo>
                    <a:pt x="14" y="28"/>
                    <a:pt x="13" y="26"/>
                    <a:pt x="11" y="25"/>
                  </a:cubicBezTo>
                  <a:cubicBezTo>
                    <a:pt x="10" y="25"/>
                    <a:pt x="11" y="24"/>
                    <a:pt x="10" y="24"/>
                  </a:cubicBezTo>
                  <a:cubicBezTo>
                    <a:pt x="9" y="25"/>
                    <a:pt x="8" y="26"/>
                    <a:pt x="7" y="26"/>
                  </a:cubicBezTo>
                  <a:cubicBezTo>
                    <a:pt x="3" y="25"/>
                    <a:pt x="0" y="22"/>
                    <a:pt x="1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3" y="16"/>
                    <a:pt x="3" y="18"/>
                    <a:pt x="3" y="19"/>
                  </a:cubicBezTo>
                  <a:cubicBezTo>
                    <a:pt x="3" y="19"/>
                    <a:pt x="3" y="20"/>
                    <a:pt x="4" y="20"/>
                  </a:cubicBezTo>
                  <a:cubicBezTo>
                    <a:pt x="5" y="22"/>
                    <a:pt x="7" y="23"/>
                    <a:pt x="9" y="24"/>
                  </a:cubicBezTo>
                  <a:cubicBezTo>
                    <a:pt x="9" y="24"/>
                    <a:pt x="9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8" y="22"/>
                    <a:pt x="8" y="21"/>
                  </a:cubicBezTo>
                  <a:cubicBezTo>
                    <a:pt x="8" y="21"/>
                    <a:pt x="7" y="20"/>
                    <a:pt x="6" y="20"/>
                  </a:cubicBezTo>
                  <a:cubicBezTo>
                    <a:pt x="5" y="19"/>
                    <a:pt x="3" y="14"/>
                    <a:pt x="4" y="13"/>
                  </a:cubicBezTo>
                  <a:cubicBezTo>
                    <a:pt x="4" y="13"/>
                    <a:pt x="4" y="12"/>
                    <a:pt x="4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4"/>
                    <a:pt x="7" y="16"/>
                    <a:pt x="8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1" y="20"/>
                    <a:pt x="12" y="20"/>
                  </a:cubicBezTo>
                  <a:cubicBezTo>
                    <a:pt x="13" y="19"/>
                    <a:pt x="14" y="19"/>
                    <a:pt x="16" y="19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8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6" y="14"/>
                    <a:pt x="17" y="16"/>
                    <a:pt x="19" y="18"/>
                  </a:cubicBezTo>
                  <a:cubicBezTo>
                    <a:pt x="20" y="19"/>
                    <a:pt x="20" y="19"/>
                    <a:pt x="21" y="20"/>
                  </a:cubicBezTo>
                  <a:cubicBezTo>
                    <a:pt x="22" y="20"/>
                    <a:pt x="23" y="21"/>
                    <a:pt x="24" y="20"/>
                  </a:cubicBezTo>
                  <a:cubicBezTo>
                    <a:pt x="24" y="19"/>
                    <a:pt x="24" y="19"/>
                    <a:pt x="24" y="18"/>
                  </a:cubicBezTo>
                  <a:cubicBezTo>
                    <a:pt x="24" y="15"/>
                    <a:pt x="20" y="12"/>
                    <a:pt x="17" y="12"/>
                  </a:cubicBezTo>
                  <a:cubicBezTo>
                    <a:pt x="16" y="11"/>
                    <a:pt x="14" y="10"/>
                    <a:pt x="14" y="12"/>
                  </a:cubicBezTo>
                  <a:cubicBezTo>
                    <a:pt x="14" y="12"/>
                    <a:pt x="13" y="14"/>
                    <a:pt x="13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3"/>
                    <a:pt x="10" y="13"/>
                    <a:pt x="10" y="12"/>
                  </a:cubicBezTo>
                  <a:cubicBezTo>
                    <a:pt x="10" y="12"/>
                    <a:pt x="9" y="12"/>
                    <a:pt x="9" y="11"/>
                  </a:cubicBezTo>
                  <a:cubicBezTo>
                    <a:pt x="9" y="10"/>
                    <a:pt x="13" y="6"/>
                    <a:pt x="14" y="6"/>
                  </a:cubicBezTo>
                  <a:cubicBezTo>
                    <a:pt x="16" y="8"/>
                    <a:pt x="17" y="8"/>
                    <a:pt x="19" y="9"/>
                  </a:cubicBezTo>
                  <a:cubicBezTo>
                    <a:pt x="20" y="9"/>
                    <a:pt x="21" y="10"/>
                    <a:pt x="21" y="10"/>
                  </a:cubicBezTo>
                  <a:cubicBezTo>
                    <a:pt x="23" y="11"/>
                    <a:pt x="24" y="11"/>
                    <a:pt x="26" y="12"/>
                  </a:cubicBezTo>
                  <a:cubicBezTo>
                    <a:pt x="28" y="12"/>
                    <a:pt x="30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3"/>
                    <a:pt x="27" y="12"/>
                    <a:pt x="28" y="10"/>
                  </a:cubicBezTo>
                  <a:cubicBezTo>
                    <a:pt x="28" y="8"/>
                    <a:pt x="30" y="8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1" y="6"/>
                    <a:pt x="32" y="6"/>
                  </a:cubicBezTo>
                  <a:close/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2"/>
                    <a:pt x="29" y="6"/>
                    <a:pt x="26" y="6"/>
                  </a:cubicBezTo>
                  <a:cubicBezTo>
                    <a:pt x="25" y="4"/>
                    <a:pt x="27" y="2"/>
                    <a:pt x="29" y="0"/>
                  </a:cubicBezTo>
                  <a:cubicBezTo>
                    <a:pt x="30" y="1"/>
                    <a:pt x="32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45" name="Freeform 47"/>
            <p:cNvSpPr>
              <a:spLocks noEditPoints="1"/>
            </p:cNvSpPr>
            <p:nvPr userDrawn="1"/>
          </p:nvSpPr>
          <p:spPr bwMode="auto">
            <a:xfrm>
              <a:off x="9037700" y="4621516"/>
              <a:ext cx="53975" cy="46038"/>
            </a:xfrm>
            <a:custGeom>
              <a:avLst/>
              <a:gdLst>
                <a:gd name="T0" fmla="*/ 13 w 36"/>
                <a:gd name="T1" fmla="*/ 14 h 30"/>
                <a:gd name="T2" fmla="*/ 10 w 36"/>
                <a:gd name="T3" fmla="*/ 17 h 30"/>
                <a:gd name="T4" fmla="*/ 10 w 36"/>
                <a:gd name="T5" fmla="*/ 17 h 30"/>
                <a:gd name="T6" fmla="*/ 13 w 36"/>
                <a:gd name="T7" fmla="*/ 14 h 30"/>
                <a:gd name="T8" fmla="*/ 13 w 36"/>
                <a:gd name="T9" fmla="*/ 14 h 30"/>
                <a:gd name="T10" fmla="*/ 26 w 36"/>
                <a:gd name="T11" fmla="*/ 1 h 30"/>
                <a:gd name="T12" fmla="*/ 27 w 36"/>
                <a:gd name="T13" fmla="*/ 1 h 30"/>
                <a:gd name="T14" fmla="*/ 25 w 36"/>
                <a:gd name="T15" fmla="*/ 7 h 30"/>
                <a:gd name="T16" fmla="*/ 22 w 36"/>
                <a:gd name="T17" fmla="*/ 10 h 30"/>
                <a:gd name="T18" fmla="*/ 22 w 36"/>
                <a:gd name="T19" fmla="*/ 11 h 30"/>
                <a:gd name="T20" fmla="*/ 25 w 36"/>
                <a:gd name="T21" fmla="*/ 11 h 30"/>
                <a:gd name="T22" fmla="*/ 26 w 36"/>
                <a:gd name="T23" fmla="*/ 10 h 30"/>
                <a:gd name="T24" fmla="*/ 29 w 36"/>
                <a:gd name="T25" fmla="*/ 13 h 30"/>
                <a:gd name="T26" fmla="*/ 28 w 36"/>
                <a:gd name="T27" fmla="*/ 14 h 30"/>
                <a:gd name="T28" fmla="*/ 21 w 36"/>
                <a:gd name="T29" fmla="*/ 14 h 30"/>
                <a:gd name="T30" fmla="*/ 19 w 36"/>
                <a:gd name="T31" fmla="*/ 13 h 30"/>
                <a:gd name="T32" fmla="*/ 16 w 36"/>
                <a:gd name="T33" fmla="*/ 18 h 30"/>
                <a:gd name="T34" fmla="*/ 16 w 36"/>
                <a:gd name="T35" fmla="*/ 18 h 30"/>
                <a:gd name="T36" fmla="*/ 21 w 36"/>
                <a:gd name="T37" fmla="*/ 20 h 30"/>
                <a:gd name="T38" fmla="*/ 20 w 36"/>
                <a:gd name="T39" fmla="*/ 24 h 30"/>
                <a:gd name="T40" fmla="*/ 20 w 36"/>
                <a:gd name="T41" fmla="*/ 27 h 30"/>
                <a:gd name="T42" fmla="*/ 14 w 36"/>
                <a:gd name="T43" fmla="*/ 27 h 30"/>
                <a:gd name="T44" fmla="*/ 15 w 36"/>
                <a:gd name="T45" fmla="*/ 21 h 30"/>
                <a:gd name="T46" fmla="*/ 14 w 36"/>
                <a:gd name="T47" fmla="*/ 21 h 30"/>
                <a:gd name="T48" fmla="*/ 9 w 36"/>
                <a:gd name="T49" fmla="*/ 28 h 30"/>
                <a:gd name="T50" fmla="*/ 9 w 36"/>
                <a:gd name="T51" fmla="*/ 28 h 30"/>
                <a:gd name="T52" fmla="*/ 9 w 36"/>
                <a:gd name="T53" fmla="*/ 22 h 30"/>
                <a:gd name="T54" fmla="*/ 11 w 36"/>
                <a:gd name="T55" fmla="*/ 20 h 30"/>
                <a:gd name="T56" fmla="*/ 8 w 36"/>
                <a:gd name="T57" fmla="*/ 20 h 30"/>
                <a:gd name="T58" fmla="*/ 6 w 36"/>
                <a:gd name="T59" fmla="*/ 21 h 30"/>
                <a:gd name="T60" fmla="*/ 1 w 36"/>
                <a:gd name="T61" fmla="*/ 23 h 30"/>
                <a:gd name="T62" fmla="*/ 0 w 36"/>
                <a:gd name="T63" fmla="*/ 22 h 30"/>
                <a:gd name="T64" fmla="*/ 1 w 36"/>
                <a:gd name="T65" fmla="*/ 19 h 30"/>
                <a:gd name="T66" fmla="*/ 3 w 36"/>
                <a:gd name="T67" fmla="*/ 15 h 30"/>
                <a:gd name="T68" fmla="*/ 13 w 36"/>
                <a:gd name="T69" fmla="*/ 13 h 30"/>
                <a:gd name="T70" fmla="*/ 16 w 36"/>
                <a:gd name="T71" fmla="*/ 14 h 30"/>
                <a:gd name="T72" fmla="*/ 16 w 36"/>
                <a:gd name="T73" fmla="*/ 14 h 30"/>
                <a:gd name="T74" fmla="*/ 16 w 36"/>
                <a:gd name="T75" fmla="*/ 13 h 30"/>
                <a:gd name="T76" fmla="*/ 15 w 36"/>
                <a:gd name="T77" fmla="*/ 13 h 30"/>
                <a:gd name="T78" fmla="*/ 13 w 36"/>
                <a:gd name="T79" fmla="*/ 8 h 30"/>
                <a:gd name="T80" fmla="*/ 13 w 36"/>
                <a:gd name="T81" fmla="*/ 8 h 30"/>
                <a:gd name="T82" fmla="*/ 18 w 36"/>
                <a:gd name="T83" fmla="*/ 11 h 30"/>
                <a:gd name="T84" fmla="*/ 20 w 36"/>
                <a:gd name="T85" fmla="*/ 9 h 30"/>
                <a:gd name="T86" fmla="*/ 21 w 36"/>
                <a:gd name="T87" fmla="*/ 7 h 30"/>
                <a:gd name="T88" fmla="*/ 24 w 36"/>
                <a:gd name="T89" fmla="*/ 4 h 30"/>
                <a:gd name="T90" fmla="*/ 26 w 36"/>
                <a:gd name="T91" fmla="*/ 1 h 30"/>
                <a:gd name="T92" fmla="*/ 26 w 36"/>
                <a:gd name="T93" fmla="*/ 1 h 30"/>
                <a:gd name="T94" fmla="*/ 31 w 36"/>
                <a:gd name="T95" fmla="*/ 3 h 30"/>
                <a:gd name="T96" fmla="*/ 35 w 36"/>
                <a:gd name="T97" fmla="*/ 7 h 30"/>
                <a:gd name="T98" fmla="*/ 36 w 36"/>
                <a:gd name="T99" fmla="*/ 9 h 30"/>
                <a:gd name="T100" fmla="*/ 31 w 36"/>
                <a:gd name="T101" fmla="*/ 10 h 30"/>
                <a:gd name="T102" fmla="*/ 31 w 36"/>
                <a:gd name="T103" fmla="*/ 8 h 30"/>
                <a:gd name="T104" fmla="*/ 30 w 36"/>
                <a:gd name="T105" fmla="*/ 8 h 30"/>
                <a:gd name="T106" fmla="*/ 31 w 36"/>
                <a:gd name="T107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30">
                  <a:moveTo>
                    <a:pt x="13" y="14"/>
                  </a:moveTo>
                  <a:cubicBezTo>
                    <a:pt x="13" y="14"/>
                    <a:pt x="10" y="16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3" y="19"/>
                    <a:pt x="14" y="17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7" y="1"/>
                  </a:cubicBezTo>
                  <a:cubicBezTo>
                    <a:pt x="27" y="2"/>
                    <a:pt x="25" y="6"/>
                    <a:pt x="25" y="7"/>
                  </a:cubicBezTo>
                  <a:cubicBezTo>
                    <a:pt x="24" y="8"/>
                    <a:pt x="22" y="10"/>
                    <a:pt x="22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3" y="12"/>
                    <a:pt x="25" y="12"/>
                    <a:pt x="25" y="11"/>
                  </a:cubicBezTo>
                  <a:cubicBezTo>
                    <a:pt x="26" y="10"/>
                    <a:pt x="25" y="10"/>
                    <a:pt x="26" y="10"/>
                  </a:cubicBezTo>
                  <a:cubicBezTo>
                    <a:pt x="27" y="10"/>
                    <a:pt x="29" y="12"/>
                    <a:pt x="29" y="13"/>
                  </a:cubicBezTo>
                  <a:cubicBezTo>
                    <a:pt x="29" y="13"/>
                    <a:pt x="29" y="14"/>
                    <a:pt x="28" y="14"/>
                  </a:cubicBezTo>
                  <a:cubicBezTo>
                    <a:pt x="25" y="13"/>
                    <a:pt x="23" y="14"/>
                    <a:pt x="21" y="14"/>
                  </a:cubicBezTo>
                  <a:cubicBezTo>
                    <a:pt x="20" y="14"/>
                    <a:pt x="20" y="13"/>
                    <a:pt x="19" y="13"/>
                  </a:cubicBezTo>
                  <a:cubicBezTo>
                    <a:pt x="18" y="14"/>
                    <a:pt x="16" y="17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9"/>
                    <a:pt x="19" y="17"/>
                    <a:pt x="21" y="20"/>
                  </a:cubicBezTo>
                  <a:cubicBezTo>
                    <a:pt x="21" y="22"/>
                    <a:pt x="20" y="22"/>
                    <a:pt x="20" y="24"/>
                  </a:cubicBezTo>
                  <a:cubicBezTo>
                    <a:pt x="19" y="25"/>
                    <a:pt x="20" y="26"/>
                    <a:pt x="20" y="27"/>
                  </a:cubicBezTo>
                  <a:cubicBezTo>
                    <a:pt x="19" y="30"/>
                    <a:pt x="15" y="29"/>
                    <a:pt x="14" y="27"/>
                  </a:cubicBezTo>
                  <a:cubicBezTo>
                    <a:pt x="13" y="26"/>
                    <a:pt x="15" y="22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1" y="22"/>
                    <a:pt x="11" y="26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9" y="24"/>
                    <a:pt x="9" y="22"/>
                  </a:cubicBezTo>
                  <a:cubicBezTo>
                    <a:pt x="10" y="22"/>
                    <a:pt x="11" y="21"/>
                    <a:pt x="11" y="20"/>
                  </a:cubicBezTo>
                  <a:cubicBezTo>
                    <a:pt x="10" y="20"/>
                    <a:pt x="9" y="19"/>
                    <a:pt x="8" y="20"/>
                  </a:cubicBezTo>
                  <a:cubicBezTo>
                    <a:pt x="7" y="20"/>
                    <a:pt x="7" y="21"/>
                    <a:pt x="6" y="21"/>
                  </a:cubicBezTo>
                  <a:cubicBezTo>
                    <a:pt x="5" y="22"/>
                    <a:pt x="3" y="23"/>
                    <a:pt x="1" y="23"/>
                  </a:cubicBezTo>
                  <a:cubicBezTo>
                    <a:pt x="1" y="23"/>
                    <a:pt x="1" y="22"/>
                    <a:pt x="0" y="22"/>
                  </a:cubicBezTo>
                  <a:cubicBezTo>
                    <a:pt x="1" y="20"/>
                    <a:pt x="1" y="20"/>
                    <a:pt x="1" y="19"/>
                  </a:cubicBezTo>
                  <a:cubicBezTo>
                    <a:pt x="1" y="18"/>
                    <a:pt x="3" y="17"/>
                    <a:pt x="3" y="15"/>
                  </a:cubicBezTo>
                  <a:cubicBezTo>
                    <a:pt x="7" y="15"/>
                    <a:pt x="9" y="13"/>
                    <a:pt x="13" y="13"/>
                  </a:cubicBezTo>
                  <a:cubicBezTo>
                    <a:pt x="14" y="13"/>
                    <a:pt x="15" y="15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2" y="12"/>
                    <a:pt x="12" y="10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10"/>
                    <a:pt x="17" y="11"/>
                    <a:pt x="18" y="11"/>
                  </a:cubicBezTo>
                  <a:cubicBezTo>
                    <a:pt x="19" y="10"/>
                    <a:pt x="19" y="10"/>
                    <a:pt x="20" y="9"/>
                  </a:cubicBezTo>
                  <a:cubicBezTo>
                    <a:pt x="20" y="8"/>
                    <a:pt x="21" y="8"/>
                    <a:pt x="21" y="7"/>
                  </a:cubicBezTo>
                  <a:cubicBezTo>
                    <a:pt x="22" y="6"/>
                    <a:pt x="23" y="5"/>
                    <a:pt x="24" y="4"/>
                  </a:cubicBezTo>
                  <a:cubicBezTo>
                    <a:pt x="24" y="4"/>
                    <a:pt x="25" y="1"/>
                    <a:pt x="26" y="1"/>
                  </a:cubicBezTo>
                  <a:cubicBezTo>
                    <a:pt x="25" y="0"/>
                    <a:pt x="26" y="1"/>
                    <a:pt x="26" y="1"/>
                  </a:cubicBezTo>
                  <a:close/>
                  <a:moveTo>
                    <a:pt x="31" y="3"/>
                  </a:moveTo>
                  <a:cubicBezTo>
                    <a:pt x="32" y="4"/>
                    <a:pt x="34" y="5"/>
                    <a:pt x="35" y="7"/>
                  </a:cubicBezTo>
                  <a:cubicBezTo>
                    <a:pt x="35" y="8"/>
                    <a:pt x="36" y="9"/>
                    <a:pt x="36" y="9"/>
                  </a:cubicBezTo>
                  <a:cubicBezTo>
                    <a:pt x="35" y="12"/>
                    <a:pt x="32" y="12"/>
                    <a:pt x="31" y="10"/>
                  </a:cubicBezTo>
                  <a:cubicBezTo>
                    <a:pt x="31" y="10"/>
                    <a:pt x="31" y="9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6"/>
                    <a:pt x="29" y="4"/>
                    <a:pt x="3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46" name="Freeform 48"/>
            <p:cNvSpPr>
              <a:spLocks noEditPoints="1"/>
            </p:cNvSpPr>
            <p:nvPr userDrawn="1"/>
          </p:nvSpPr>
          <p:spPr bwMode="auto">
            <a:xfrm>
              <a:off x="8913875" y="4588179"/>
              <a:ext cx="36513" cy="52388"/>
            </a:xfrm>
            <a:custGeom>
              <a:avLst/>
              <a:gdLst>
                <a:gd name="T0" fmla="*/ 14 w 24"/>
                <a:gd name="T1" fmla="*/ 5 h 34"/>
                <a:gd name="T2" fmla="*/ 14 w 24"/>
                <a:gd name="T3" fmla="*/ 5 h 34"/>
                <a:gd name="T4" fmla="*/ 14 w 24"/>
                <a:gd name="T5" fmla="*/ 5 h 34"/>
                <a:gd name="T6" fmla="*/ 14 w 24"/>
                <a:gd name="T7" fmla="*/ 4 h 34"/>
                <a:gd name="T8" fmla="*/ 14 w 24"/>
                <a:gd name="T9" fmla="*/ 4 h 34"/>
                <a:gd name="T10" fmla="*/ 14 w 24"/>
                <a:gd name="T11" fmla="*/ 4 h 34"/>
                <a:gd name="T12" fmla="*/ 14 w 24"/>
                <a:gd name="T13" fmla="*/ 4 h 34"/>
                <a:gd name="T14" fmla="*/ 20 w 24"/>
                <a:gd name="T15" fmla="*/ 2 h 34"/>
                <a:gd name="T16" fmla="*/ 14 w 24"/>
                <a:gd name="T17" fmla="*/ 7 h 34"/>
                <a:gd name="T18" fmla="*/ 22 w 24"/>
                <a:gd name="T19" fmla="*/ 15 h 34"/>
                <a:gd name="T20" fmla="*/ 16 w 24"/>
                <a:gd name="T21" fmla="*/ 18 h 34"/>
                <a:gd name="T22" fmla="*/ 15 w 24"/>
                <a:gd name="T23" fmla="*/ 23 h 34"/>
                <a:gd name="T24" fmla="*/ 17 w 24"/>
                <a:gd name="T25" fmla="*/ 22 h 34"/>
                <a:gd name="T26" fmla="*/ 24 w 24"/>
                <a:gd name="T27" fmla="*/ 24 h 34"/>
                <a:gd name="T28" fmla="*/ 18 w 24"/>
                <a:gd name="T29" fmla="*/ 26 h 34"/>
                <a:gd name="T30" fmla="*/ 9 w 24"/>
                <a:gd name="T31" fmla="*/ 32 h 34"/>
                <a:gd name="T32" fmla="*/ 16 w 24"/>
                <a:gd name="T33" fmla="*/ 27 h 34"/>
                <a:gd name="T34" fmla="*/ 10 w 24"/>
                <a:gd name="T35" fmla="*/ 29 h 34"/>
                <a:gd name="T36" fmla="*/ 7 w 24"/>
                <a:gd name="T37" fmla="*/ 28 h 34"/>
                <a:gd name="T38" fmla="*/ 14 w 24"/>
                <a:gd name="T39" fmla="*/ 25 h 34"/>
                <a:gd name="T40" fmla="*/ 13 w 24"/>
                <a:gd name="T41" fmla="*/ 24 h 34"/>
                <a:gd name="T42" fmla="*/ 14 w 24"/>
                <a:gd name="T43" fmla="*/ 19 h 34"/>
                <a:gd name="T44" fmla="*/ 9 w 24"/>
                <a:gd name="T45" fmla="*/ 22 h 34"/>
                <a:gd name="T46" fmla="*/ 9 w 24"/>
                <a:gd name="T47" fmla="*/ 20 h 34"/>
                <a:gd name="T48" fmla="*/ 17 w 24"/>
                <a:gd name="T49" fmla="*/ 16 h 34"/>
                <a:gd name="T50" fmla="*/ 14 w 24"/>
                <a:gd name="T51" fmla="*/ 10 h 34"/>
                <a:gd name="T52" fmla="*/ 7 w 24"/>
                <a:gd name="T53" fmla="*/ 17 h 34"/>
                <a:gd name="T54" fmla="*/ 4 w 24"/>
                <a:gd name="T55" fmla="*/ 26 h 34"/>
                <a:gd name="T56" fmla="*/ 2 w 24"/>
                <a:gd name="T57" fmla="*/ 19 h 34"/>
                <a:gd name="T58" fmla="*/ 6 w 24"/>
                <a:gd name="T59" fmla="*/ 12 h 34"/>
                <a:gd name="T60" fmla="*/ 12 w 24"/>
                <a:gd name="T61" fmla="*/ 7 h 34"/>
                <a:gd name="T62" fmla="*/ 8 w 24"/>
                <a:gd name="T63" fmla="*/ 6 h 34"/>
                <a:gd name="T64" fmla="*/ 1 w 24"/>
                <a:gd name="T65" fmla="*/ 3 h 34"/>
                <a:gd name="T66" fmla="*/ 4 w 24"/>
                <a:gd name="T67" fmla="*/ 7 h 34"/>
                <a:gd name="T68" fmla="*/ 0 w 24"/>
                <a:gd name="T69" fmla="*/ 5 h 34"/>
                <a:gd name="T70" fmla="*/ 1 w 24"/>
                <a:gd name="T7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4">
                  <a:moveTo>
                    <a:pt x="14" y="5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6" y="1"/>
                  </a:moveTo>
                  <a:cubicBezTo>
                    <a:pt x="17" y="0"/>
                    <a:pt x="19" y="1"/>
                    <a:pt x="20" y="2"/>
                  </a:cubicBezTo>
                  <a:cubicBezTo>
                    <a:pt x="20" y="2"/>
                    <a:pt x="21" y="2"/>
                    <a:pt x="20" y="2"/>
                  </a:cubicBezTo>
                  <a:cubicBezTo>
                    <a:pt x="20" y="4"/>
                    <a:pt x="16" y="5"/>
                    <a:pt x="14" y="7"/>
                  </a:cubicBezTo>
                  <a:cubicBezTo>
                    <a:pt x="15" y="8"/>
                    <a:pt x="16" y="7"/>
                    <a:pt x="18" y="8"/>
                  </a:cubicBezTo>
                  <a:cubicBezTo>
                    <a:pt x="20" y="8"/>
                    <a:pt x="24" y="12"/>
                    <a:pt x="22" y="15"/>
                  </a:cubicBezTo>
                  <a:cubicBezTo>
                    <a:pt x="21" y="16"/>
                    <a:pt x="20" y="16"/>
                    <a:pt x="19" y="16"/>
                  </a:cubicBezTo>
                  <a:cubicBezTo>
                    <a:pt x="18" y="17"/>
                    <a:pt x="17" y="16"/>
                    <a:pt x="16" y="18"/>
                  </a:cubicBezTo>
                  <a:cubicBezTo>
                    <a:pt x="16" y="18"/>
                    <a:pt x="16" y="19"/>
                    <a:pt x="17" y="20"/>
                  </a:cubicBezTo>
                  <a:cubicBezTo>
                    <a:pt x="16" y="21"/>
                    <a:pt x="16" y="22"/>
                    <a:pt x="15" y="23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7" y="23"/>
                    <a:pt x="17" y="22"/>
                  </a:cubicBezTo>
                  <a:cubicBezTo>
                    <a:pt x="18" y="22"/>
                    <a:pt x="21" y="22"/>
                    <a:pt x="22" y="22"/>
                  </a:cubicBezTo>
                  <a:cubicBezTo>
                    <a:pt x="23" y="22"/>
                    <a:pt x="23" y="24"/>
                    <a:pt x="24" y="24"/>
                  </a:cubicBezTo>
                  <a:cubicBezTo>
                    <a:pt x="23" y="25"/>
                    <a:pt x="23" y="25"/>
                    <a:pt x="23" y="26"/>
                  </a:cubicBezTo>
                  <a:cubicBezTo>
                    <a:pt x="21" y="27"/>
                    <a:pt x="20" y="24"/>
                    <a:pt x="18" y="26"/>
                  </a:cubicBezTo>
                  <a:cubicBezTo>
                    <a:pt x="17" y="27"/>
                    <a:pt x="19" y="29"/>
                    <a:pt x="19" y="31"/>
                  </a:cubicBezTo>
                  <a:cubicBezTo>
                    <a:pt x="18" y="34"/>
                    <a:pt x="11" y="3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0"/>
                    <a:pt x="16" y="30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7"/>
                    <a:pt x="12" y="29"/>
                    <a:pt x="10" y="29"/>
                  </a:cubicBezTo>
                  <a:cubicBezTo>
                    <a:pt x="10" y="29"/>
                    <a:pt x="8" y="29"/>
                    <a:pt x="8" y="29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14" y="26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3" y="24"/>
                    <a:pt x="13" y="24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9"/>
                    <a:pt x="14" y="19"/>
                    <a:pt x="13" y="19"/>
                  </a:cubicBezTo>
                  <a:cubicBezTo>
                    <a:pt x="12" y="18"/>
                    <a:pt x="10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1"/>
                    <a:pt x="9" y="20"/>
                  </a:cubicBezTo>
                  <a:cubicBezTo>
                    <a:pt x="9" y="18"/>
                    <a:pt x="12" y="16"/>
                    <a:pt x="14" y="17"/>
                  </a:cubicBezTo>
                  <a:cubicBezTo>
                    <a:pt x="15" y="17"/>
                    <a:pt x="16" y="16"/>
                    <a:pt x="17" y="16"/>
                  </a:cubicBezTo>
                  <a:cubicBezTo>
                    <a:pt x="17" y="15"/>
                    <a:pt x="18" y="14"/>
                    <a:pt x="18" y="14"/>
                  </a:cubicBezTo>
                  <a:cubicBezTo>
                    <a:pt x="19" y="11"/>
                    <a:pt x="16" y="10"/>
                    <a:pt x="14" y="10"/>
                  </a:cubicBezTo>
                  <a:cubicBezTo>
                    <a:pt x="12" y="10"/>
                    <a:pt x="10" y="12"/>
                    <a:pt x="10" y="13"/>
                  </a:cubicBezTo>
                  <a:cubicBezTo>
                    <a:pt x="9" y="14"/>
                    <a:pt x="8" y="16"/>
                    <a:pt x="7" y="17"/>
                  </a:cubicBezTo>
                  <a:cubicBezTo>
                    <a:pt x="6" y="18"/>
                    <a:pt x="6" y="19"/>
                    <a:pt x="5" y="20"/>
                  </a:cubicBezTo>
                  <a:cubicBezTo>
                    <a:pt x="4" y="22"/>
                    <a:pt x="5" y="24"/>
                    <a:pt x="4" y="26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1" y="20"/>
                    <a:pt x="2" y="19"/>
                  </a:cubicBezTo>
                  <a:cubicBezTo>
                    <a:pt x="2" y="18"/>
                    <a:pt x="3" y="17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8" y="11"/>
                    <a:pt x="11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7"/>
                    <a:pt x="8" y="7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4"/>
                    <a:pt x="14" y="2"/>
                    <a:pt x="16" y="1"/>
                  </a:cubicBez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4" y="7"/>
                    <a:pt x="4" y="7"/>
                  </a:cubicBezTo>
                  <a:cubicBezTo>
                    <a:pt x="4" y="9"/>
                    <a:pt x="5" y="9"/>
                    <a:pt x="4" y="10"/>
                  </a:cubicBezTo>
                  <a:cubicBezTo>
                    <a:pt x="1" y="10"/>
                    <a:pt x="0" y="9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47" name="Freeform 49"/>
            <p:cNvSpPr>
              <a:spLocks noEditPoints="1"/>
            </p:cNvSpPr>
            <p:nvPr userDrawn="1"/>
          </p:nvSpPr>
          <p:spPr bwMode="auto">
            <a:xfrm>
              <a:off x="8971025" y="4589766"/>
              <a:ext cx="50800" cy="52388"/>
            </a:xfrm>
            <a:custGeom>
              <a:avLst/>
              <a:gdLst>
                <a:gd name="T0" fmla="*/ 17 w 34"/>
                <a:gd name="T1" fmla="*/ 16 h 34"/>
                <a:gd name="T2" fmla="*/ 20 w 34"/>
                <a:gd name="T3" fmla="*/ 27 h 34"/>
                <a:gd name="T4" fmla="*/ 18 w 34"/>
                <a:gd name="T5" fmla="*/ 21 h 34"/>
                <a:gd name="T6" fmla="*/ 20 w 34"/>
                <a:gd name="T7" fmla="*/ 21 h 34"/>
                <a:gd name="T8" fmla="*/ 25 w 34"/>
                <a:gd name="T9" fmla="*/ 18 h 34"/>
                <a:gd name="T10" fmla="*/ 22 w 34"/>
                <a:gd name="T11" fmla="*/ 20 h 34"/>
                <a:gd name="T12" fmla="*/ 21 w 34"/>
                <a:gd name="T13" fmla="*/ 14 h 34"/>
                <a:gd name="T14" fmla="*/ 28 w 34"/>
                <a:gd name="T15" fmla="*/ 6 h 34"/>
                <a:gd name="T16" fmla="*/ 26 w 34"/>
                <a:gd name="T17" fmla="*/ 10 h 34"/>
                <a:gd name="T18" fmla="*/ 28 w 34"/>
                <a:gd name="T19" fmla="*/ 6 h 34"/>
                <a:gd name="T20" fmla="*/ 26 w 34"/>
                <a:gd name="T21" fmla="*/ 0 h 34"/>
                <a:gd name="T22" fmla="*/ 28 w 34"/>
                <a:gd name="T23" fmla="*/ 5 h 34"/>
                <a:gd name="T24" fmla="*/ 34 w 34"/>
                <a:gd name="T25" fmla="*/ 9 h 34"/>
                <a:gd name="T26" fmla="*/ 28 w 34"/>
                <a:gd name="T27" fmla="*/ 13 h 34"/>
                <a:gd name="T28" fmla="*/ 28 w 34"/>
                <a:gd name="T29" fmla="*/ 17 h 34"/>
                <a:gd name="T30" fmla="*/ 27 w 34"/>
                <a:gd name="T31" fmla="*/ 25 h 34"/>
                <a:gd name="T32" fmla="*/ 32 w 34"/>
                <a:gd name="T33" fmla="*/ 31 h 34"/>
                <a:gd name="T34" fmla="*/ 26 w 34"/>
                <a:gd name="T35" fmla="*/ 30 h 34"/>
                <a:gd name="T36" fmla="*/ 22 w 34"/>
                <a:gd name="T37" fmla="*/ 30 h 34"/>
                <a:gd name="T38" fmla="*/ 15 w 34"/>
                <a:gd name="T39" fmla="*/ 29 h 34"/>
                <a:gd name="T40" fmla="*/ 13 w 34"/>
                <a:gd name="T41" fmla="*/ 26 h 34"/>
                <a:gd name="T42" fmla="*/ 13 w 34"/>
                <a:gd name="T43" fmla="*/ 31 h 34"/>
                <a:gd name="T44" fmla="*/ 10 w 34"/>
                <a:gd name="T45" fmla="*/ 27 h 34"/>
                <a:gd name="T46" fmla="*/ 8 w 34"/>
                <a:gd name="T47" fmla="*/ 23 h 34"/>
                <a:gd name="T48" fmla="*/ 2 w 34"/>
                <a:gd name="T49" fmla="*/ 19 h 34"/>
                <a:gd name="T50" fmla="*/ 4 w 34"/>
                <a:gd name="T51" fmla="*/ 16 h 34"/>
                <a:gd name="T52" fmla="*/ 13 w 34"/>
                <a:gd name="T53" fmla="*/ 15 h 34"/>
                <a:gd name="T54" fmla="*/ 16 w 34"/>
                <a:gd name="T55" fmla="*/ 9 h 34"/>
                <a:gd name="T56" fmla="*/ 11 w 34"/>
                <a:gd name="T57" fmla="*/ 7 h 34"/>
                <a:gd name="T58" fmla="*/ 10 w 34"/>
                <a:gd name="T59" fmla="*/ 5 h 34"/>
                <a:gd name="T60" fmla="*/ 12 w 34"/>
                <a:gd name="T61" fmla="*/ 6 h 34"/>
                <a:gd name="T62" fmla="*/ 20 w 34"/>
                <a:gd name="T63" fmla="*/ 0 h 34"/>
                <a:gd name="T64" fmla="*/ 23 w 34"/>
                <a:gd name="T65" fmla="*/ 1 h 34"/>
                <a:gd name="T66" fmla="*/ 17 w 34"/>
                <a:gd name="T67" fmla="*/ 11 h 34"/>
                <a:gd name="T68" fmla="*/ 19 w 34"/>
                <a:gd name="T69" fmla="*/ 11 h 34"/>
                <a:gd name="T70" fmla="*/ 23 w 34"/>
                <a:gd name="T71" fmla="*/ 7 h 34"/>
                <a:gd name="T72" fmla="*/ 26 w 34"/>
                <a:gd name="T7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34">
                  <a:moveTo>
                    <a:pt x="21" y="13"/>
                  </a:moveTo>
                  <a:cubicBezTo>
                    <a:pt x="19" y="14"/>
                    <a:pt x="18" y="15"/>
                    <a:pt x="17" y="16"/>
                  </a:cubicBezTo>
                  <a:cubicBezTo>
                    <a:pt x="16" y="18"/>
                    <a:pt x="12" y="21"/>
                    <a:pt x="14" y="24"/>
                  </a:cubicBezTo>
                  <a:cubicBezTo>
                    <a:pt x="15" y="26"/>
                    <a:pt x="17" y="28"/>
                    <a:pt x="20" y="27"/>
                  </a:cubicBezTo>
                  <a:cubicBezTo>
                    <a:pt x="20" y="27"/>
                    <a:pt x="20" y="27"/>
                    <a:pt x="21" y="27"/>
                  </a:cubicBezTo>
                  <a:cubicBezTo>
                    <a:pt x="20" y="25"/>
                    <a:pt x="19" y="22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1" y="22"/>
                    <a:pt x="24" y="24"/>
                    <a:pt x="24" y="23"/>
                  </a:cubicBezTo>
                  <a:cubicBezTo>
                    <a:pt x="25" y="22"/>
                    <a:pt x="26" y="19"/>
                    <a:pt x="25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2" y="20"/>
                    <a:pt x="22" y="19"/>
                    <a:pt x="21" y="19"/>
                  </a:cubicBezTo>
                  <a:cubicBezTo>
                    <a:pt x="21" y="17"/>
                    <a:pt x="21" y="16"/>
                    <a:pt x="21" y="14"/>
                  </a:cubicBezTo>
                  <a:cubicBezTo>
                    <a:pt x="22" y="13"/>
                    <a:pt x="21" y="13"/>
                    <a:pt x="21" y="13"/>
                  </a:cubicBezTo>
                  <a:close/>
                  <a:moveTo>
                    <a:pt x="28" y="6"/>
                  </a:moveTo>
                  <a:cubicBezTo>
                    <a:pt x="28" y="7"/>
                    <a:pt x="26" y="9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10"/>
                    <a:pt x="30" y="9"/>
                    <a:pt x="30" y="9"/>
                  </a:cubicBezTo>
                  <a:cubicBezTo>
                    <a:pt x="30" y="8"/>
                    <a:pt x="29" y="7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lose/>
                  <a:moveTo>
                    <a:pt x="26" y="0"/>
                  </a:moveTo>
                  <a:cubicBezTo>
                    <a:pt x="28" y="1"/>
                    <a:pt x="29" y="1"/>
                    <a:pt x="29" y="3"/>
                  </a:cubicBezTo>
                  <a:cubicBezTo>
                    <a:pt x="29" y="3"/>
                    <a:pt x="28" y="4"/>
                    <a:pt x="28" y="5"/>
                  </a:cubicBezTo>
                  <a:cubicBezTo>
                    <a:pt x="29" y="7"/>
                    <a:pt x="32" y="7"/>
                    <a:pt x="34" y="8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2" y="11"/>
                    <a:pt x="30" y="11"/>
                    <a:pt x="29" y="11"/>
                  </a:cubicBezTo>
                  <a:cubicBezTo>
                    <a:pt x="28" y="12"/>
                    <a:pt x="28" y="12"/>
                    <a:pt x="28" y="13"/>
                  </a:cubicBezTo>
                  <a:cubicBezTo>
                    <a:pt x="26" y="13"/>
                    <a:pt x="25" y="13"/>
                    <a:pt x="24" y="15"/>
                  </a:cubicBezTo>
                  <a:cubicBezTo>
                    <a:pt x="25" y="16"/>
                    <a:pt x="28" y="16"/>
                    <a:pt x="28" y="17"/>
                  </a:cubicBezTo>
                  <a:cubicBezTo>
                    <a:pt x="28" y="18"/>
                    <a:pt x="28" y="21"/>
                    <a:pt x="28" y="22"/>
                  </a:cubicBezTo>
                  <a:cubicBezTo>
                    <a:pt x="27" y="23"/>
                    <a:pt x="26" y="24"/>
                    <a:pt x="27" y="25"/>
                  </a:cubicBezTo>
                  <a:cubicBezTo>
                    <a:pt x="27" y="26"/>
                    <a:pt x="29" y="26"/>
                    <a:pt x="30" y="27"/>
                  </a:cubicBezTo>
                  <a:cubicBezTo>
                    <a:pt x="31" y="28"/>
                    <a:pt x="32" y="29"/>
                    <a:pt x="32" y="31"/>
                  </a:cubicBezTo>
                  <a:cubicBezTo>
                    <a:pt x="32" y="32"/>
                    <a:pt x="30" y="34"/>
                    <a:pt x="28" y="33"/>
                  </a:cubicBezTo>
                  <a:cubicBezTo>
                    <a:pt x="27" y="33"/>
                    <a:pt x="26" y="31"/>
                    <a:pt x="26" y="30"/>
                  </a:cubicBezTo>
                  <a:cubicBezTo>
                    <a:pt x="25" y="30"/>
                    <a:pt x="25" y="30"/>
                    <a:pt x="24" y="29"/>
                  </a:cubicBezTo>
                  <a:cubicBezTo>
                    <a:pt x="24" y="29"/>
                    <a:pt x="22" y="30"/>
                    <a:pt x="22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19" y="30"/>
                    <a:pt x="17" y="30"/>
                    <a:pt x="15" y="29"/>
                  </a:cubicBezTo>
                  <a:cubicBezTo>
                    <a:pt x="15" y="28"/>
                    <a:pt x="14" y="27"/>
                    <a:pt x="14" y="26"/>
                  </a:cubicBezTo>
                  <a:cubicBezTo>
                    <a:pt x="14" y="26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4" y="31"/>
                    <a:pt x="13" y="31"/>
                  </a:cubicBezTo>
                  <a:cubicBezTo>
                    <a:pt x="12" y="31"/>
                    <a:pt x="12" y="30"/>
                    <a:pt x="11" y="30"/>
                  </a:cubicBezTo>
                  <a:cubicBezTo>
                    <a:pt x="10" y="29"/>
                    <a:pt x="11" y="28"/>
                    <a:pt x="10" y="27"/>
                  </a:cubicBezTo>
                  <a:cubicBezTo>
                    <a:pt x="10" y="26"/>
                    <a:pt x="9" y="25"/>
                    <a:pt x="9" y="25"/>
                  </a:cubicBezTo>
                  <a:cubicBezTo>
                    <a:pt x="8" y="24"/>
                    <a:pt x="9" y="23"/>
                    <a:pt x="8" y="23"/>
                  </a:cubicBezTo>
                  <a:cubicBezTo>
                    <a:pt x="8" y="23"/>
                    <a:pt x="4" y="24"/>
                    <a:pt x="3" y="23"/>
                  </a:cubicBezTo>
                  <a:cubicBezTo>
                    <a:pt x="2" y="23"/>
                    <a:pt x="0" y="21"/>
                    <a:pt x="2" y="19"/>
                  </a:cubicBezTo>
                  <a:cubicBezTo>
                    <a:pt x="2" y="19"/>
                    <a:pt x="3" y="19"/>
                    <a:pt x="3" y="18"/>
                  </a:cubicBezTo>
                  <a:cubicBezTo>
                    <a:pt x="4" y="18"/>
                    <a:pt x="3" y="17"/>
                    <a:pt x="4" y="16"/>
                  </a:cubicBezTo>
                  <a:cubicBezTo>
                    <a:pt x="4" y="16"/>
                    <a:pt x="6" y="17"/>
                    <a:pt x="6" y="17"/>
                  </a:cubicBezTo>
                  <a:cubicBezTo>
                    <a:pt x="8" y="17"/>
                    <a:pt x="12" y="16"/>
                    <a:pt x="13" y="15"/>
                  </a:cubicBezTo>
                  <a:cubicBezTo>
                    <a:pt x="13" y="14"/>
                    <a:pt x="14" y="12"/>
                    <a:pt x="14" y="11"/>
                  </a:cubicBezTo>
                  <a:cubicBezTo>
                    <a:pt x="14" y="10"/>
                    <a:pt x="15" y="10"/>
                    <a:pt x="16" y="9"/>
                  </a:cubicBezTo>
                  <a:cubicBezTo>
                    <a:pt x="16" y="9"/>
                    <a:pt x="16" y="9"/>
                    <a:pt x="15" y="8"/>
                  </a:cubicBezTo>
                  <a:cubicBezTo>
                    <a:pt x="14" y="8"/>
                    <a:pt x="13" y="8"/>
                    <a:pt x="11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10" y="5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7" y="5"/>
                    <a:pt x="17" y="4"/>
                  </a:cubicBezTo>
                  <a:cubicBezTo>
                    <a:pt x="18" y="3"/>
                    <a:pt x="18" y="1"/>
                    <a:pt x="20" y="0"/>
                  </a:cubicBezTo>
                  <a:cubicBezTo>
                    <a:pt x="21" y="0"/>
                    <a:pt x="22" y="0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3"/>
                    <a:pt x="21" y="3"/>
                    <a:pt x="20" y="5"/>
                  </a:cubicBezTo>
                  <a:cubicBezTo>
                    <a:pt x="18" y="6"/>
                    <a:pt x="18" y="9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8" y="13"/>
                    <a:pt x="18" y="11"/>
                    <a:pt x="19" y="11"/>
                  </a:cubicBezTo>
                  <a:cubicBezTo>
                    <a:pt x="20" y="11"/>
                    <a:pt x="22" y="11"/>
                    <a:pt x="22" y="10"/>
                  </a:cubicBezTo>
                  <a:cubicBezTo>
                    <a:pt x="23" y="9"/>
                    <a:pt x="22" y="8"/>
                    <a:pt x="23" y="7"/>
                  </a:cubicBezTo>
                  <a:cubicBezTo>
                    <a:pt x="24" y="6"/>
                    <a:pt x="24" y="4"/>
                    <a:pt x="25" y="3"/>
                  </a:cubicBezTo>
                  <a:cubicBezTo>
                    <a:pt x="26" y="2"/>
                    <a:pt x="2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48" name="Freeform 50"/>
            <p:cNvSpPr>
              <a:spLocks noEditPoints="1"/>
            </p:cNvSpPr>
            <p:nvPr userDrawn="1"/>
          </p:nvSpPr>
          <p:spPr bwMode="auto">
            <a:xfrm>
              <a:off x="8756713" y="4715179"/>
              <a:ext cx="52388" cy="44450"/>
            </a:xfrm>
            <a:custGeom>
              <a:avLst/>
              <a:gdLst>
                <a:gd name="T0" fmla="*/ 15 w 35"/>
                <a:gd name="T1" fmla="*/ 20 h 30"/>
                <a:gd name="T2" fmla="*/ 16 w 35"/>
                <a:gd name="T3" fmla="*/ 24 h 30"/>
                <a:gd name="T4" fmla="*/ 18 w 35"/>
                <a:gd name="T5" fmla="*/ 23 h 30"/>
                <a:gd name="T6" fmla="*/ 20 w 35"/>
                <a:gd name="T7" fmla="*/ 24 h 30"/>
                <a:gd name="T8" fmla="*/ 20 w 35"/>
                <a:gd name="T9" fmla="*/ 24 h 30"/>
                <a:gd name="T10" fmla="*/ 21 w 35"/>
                <a:gd name="T11" fmla="*/ 22 h 30"/>
                <a:gd name="T12" fmla="*/ 16 w 35"/>
                <a:gd name="T13" fmla="*/ 20 h 30"/>
                <a:gd name="T14" fmla="*/ 15 w 35"/>
                <a:gd name="T15" fmla="*/ 20 h 30"/>
                <a:gd name="T16" fmla="*/ 14 w 35"/>
                <a:gd name="T17" fmla="*/ 7 h 30"/>
                <a:gd name="T18" fmla="*/ 16 w 35"/>
                <a:gd name="T19" fmla="*/ 13 h 30"/>
                <a:gd name="T20" fmla="*/ 18 w 35"/>
                <a:gd name="T21" fmla="*/ 13 h 30"/>
                <a:gd name="T22" fmla="*/ 18 w 35"/>
                <a:gd name="T23" fmla="*/ 13 h 30"/>
                <a:gd name="T24" fmla="*/ 14 w 35"/>
                <a:gd name="T25" fmla="*/ 6 h 30"/>
                <a:gd name="T26" fmla="*/ 14 w 35"/>
                <a:gd name="T27" fmla="*/ 6 h 30"/>
                <a:gd name="T28" fmla="*/ 14 w 35"/>
                <a:gd name="T29" fmla="*/ 7 h 30"/>
                <a:gd name="T30" fmla="*/ 0 w 35"/>
                <a:gd name="T31" fmla="*/ 14 h 30"/>
                <a:gd name="T32" fmla="*/ 6 w 35"/>
                <a:gd name="T33" fmla="*/ 9 h 30"/>
                <a:gd name="T34" fmla="*/ 11 w 35"/>
                <a:gd name="T35" fmla="*/ 10 h 30"/>
                <a:gd name="T36" fmla="*/ 12 w 35"/>
                <a:gd name="T37" fmla="*/ 3 h 30"/>
                <a:gd name="T38" fmla="*/ 15 w 35"/>
                <a:gd name="T39" fmla="*/ 0 h 30"/>
                <a:gd name="T40" fmla="*/ 18 w 35"/>
                <a:gd name="T41" fmla="*/ 6 h 30"/>
                <a:gd name="T42" fmla="*/ 20 w 35"/>
                <a:gd name="T43" fmla="*/ 10 h 30"/>
                <a:gd name="T44" fmla="*/ 20 w 35"/>
                <a:gd name="T45" fmla="*/ 9 h 30"/>
                <a:gd name="T46" fmla="*/ 22 w 35"/>
                <a:gd name="T47" fmla="*/ 5 h 30"/>
                <a:gd name="T48" fmla="*/ 24 w 35"/>
                <a:gd name="T49" fmla="*/ 5 h 30"/>
                <a:gd name="T50" fmla="*/ 24 w 35"/>
                <a:gd name="T51" fmla="*/ 9 h 30"/>
                <a:gd name="T52" fmla="*/ 25 w 35"/>
                <a:gd name="T53" fmla="*/ 14 h 30"/>
                <a:gd name="T54" fmla="*/ 25 w 35"/>
                <a:gd name="T55" fmla="*/ 16 h 30"/>
                <a:gd name="T56" fmla="*/ 30 w 35"/>
                <a:gd name="T57" fmla="*/ 18 h 30"/>
                <a:gd name="T58" fmla="*/ 31 w 35"/>
                <a:gd name="T59" fmla="*/ 20 h 30"/>
                <a:gd name="T60" fmla="*/ 34 w 35"/>
                <a:gd name="T61" fmla="*/ 22 h 30"/>
                <a:gd name="T62" fmla="*/ 35 w 35"/>
                <a:gd name="T63" fmla="*/ 23 h 30"/>
                <a:gd name="T64" fmla="*/ 35 w 35"/>
                <a:gd name="T65" fmla="*/ 23 h 30"/>
                <a:gd name="T66" fmla="*/ 29 w 35"/>
                <a:gd name="T67" fmla="*/ 23 h 30"/>
                <a:gd name="T68" fmla="*/ 26 w 35"/>
                <a:gd name="T69" fmla="*/ 23 h 30"/>
                <a:gd name="T70" fmla="*/ 25 w 35"/>
                <a:gd name="T71" fmla="*/ 24 h 30"/>
                <a:gd name="T72" fmla="*/ 21 w 35"/>
                <a:gd name="T73" fmla="*/ 26 h 30"/>
                <a:gd name="T74" fmla="*/ 21 w 35"/>
                <a:gd name="T75" fmla="*/ 28 h 30"/>
                <a:gd name="T76" fmla="*/ 19 w 35"/>
                <a:gd name="T77" fmla="*/ 28 h 30"/>
                <a:gd name="T78" fmla="*/ 17 w 35"/>
                <a:gd name="T79" fmla="*/ 30 h 30"/>
                <a:gd name="T80" fmla="*/ 14 w 35"/>
                <a:gd name="T81" fmla="*/ 30 h 30"/>
                <a:gd name="T82" fmla="*/ 14 w 35"/>
                <a:gd name="T83" fmla="*/ 30 h 30"/>
                <a:gd name="T84" fmla="*/ 9 w 35"/>
                <a:gd name="T85" fmla="*/ 28 h 30"/>
                <a:gd name="T86" fmla="*/ 11 w 35"/>
                <a:gd name="T87" fmla="*/ 26 h 30"/>
                <a:gd name="T88" fmla="*/ 11 w 35"/>
                <a:gd name="T89" fmla="*/ 23 h 30"/>
                <a:gd name="T90" fmla="*/ 10 w 35"/>
                <a:gd name="T91" fmla="*/ 17 h 30"/>
                <a:gd name="T92" fmla="*/ 8 w 35"/>
                <a:gd name="T93" fmla="*/ 16 h 30"/>
                <a:gd name="T94" fmla="*/ 6 w 35"/>
                <a:gd name="T95" fmla="*/ 16 h 30"/>
                <a:gd name="T96" fmla="*/ 4 w 35"/>
                <a:gd name="T97" fmla="*/ 15 h 30"/>
                <a:gd name="T98" fmla="*/ 0 w 35"/>
                <a:gd name="T99" fmla="*/ 14 h 30"/>
                <a:gd name="T100" fmla="*/ 0 w 35"/>
                <a:gd name="T101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5" h="30">
                  <a:moveTo>
                    <a:pt x="15" y="20"/>
                  </a:moveTo>
                  <a:cubicBezTo>
                    <a:pt x="15" y="22"/>
                    <a:pt x="16" y="22"/>
                    <a:pt x="16" y="24"/>
                  </a:cubicBezTo>
                  <a:cubicBezTo>
                    <a:pt x="18" y="24"/>
                    <a:pt x="18" y="23"/>
                    <a:pt x="18" y="23"/>
                  </a:cubicBezTo>
                  <a:cubicBezTo>
                    <a:pt x="19" y="23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3"/>
                    <a:pt x="21" y="22"/>
                  </a:cubicBezTo>
                  <a:cubicBezTo>
                    <a:pt x="20" y="21"/>
                    <a:pt x="18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lose/>
                  <a:moveTo>
                    <a:pt x="14" y="7"/>
                  </a:moveTo>
                  <a:cubicBezTo>
                    <a:pt x="14" y="10"/>
                    <a:pt x="12" y="12"/>
                    <a:pt x="16" y="13"/>
                  </a:cubicBezTo>
                  <a:cubicBezTo>
                    <a:pt x="17" y="13"/>
                    <a:pt x="17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1"/>
                    <a:pt x="16" y="8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7"/>
                  </a:cubicBezTo>
                  <a:close/>
                  <a:moveTo>
                    <a:pt x="0" y="14"/>
                  </a:moveTo>
                  <a:cubicBezTo>
                    <a:pt x="1" y="13"/>
                    <a:pt x="5" y="9"/>
                    <a:pt x="6" y="9"/>
                  </a:cubicBezTo>
                  <a:cubicBezTo>
                    <a:pt x="8" y="9"/>
                    <a:pt x="9" y="10"/>
                    <a:pt x="11" y="10"/>
                  </a:cubicBezTo>
                  <a:cubicBezTo>
                    <a:pt x="12" y="8"/>
                    <a:pt x="12" y="6"/>
                    <a:pt x="12" y="3"/>
                  </a:cubicBezTo>
                  <a:cubicBezTo>
                    <a:pt x="12" y="2"/>
                    <a:pt x="14" y="0"/>
                    <a:pt x="15" y="0"/>
                  </a:cubicBezTo>
                  <a:cubicBezTo>
                    <a:pt x="16" y="2"/>
                    <a:pt x="17" y="4"/>
                    <a:pt x="18" y="6"/>
                  </a:cubicBezTo>
                  <a:cubicBezTo>
                    <a:pt x="18" y="7"/>
                    <a:pt x="18" y="9"/>
                    <a:pt x="20" y="10"/>
                  </a:cubicBezTo>
                  <a:cubicBezTo>
                    <a:pt x="20" y="10"/>
                    <a:pt x="20" y="10"/>
                    <a:pt x="20" y="9"/>
                  </a:cubicBezTo>
                  <a:cubicBezTo>
                    <a:pt x="21" y="9"/>
                    <a:pt x="21" y="6"/>
                    <a:pt x="22" y="5"/>
                  </a:cubicBezTo>
                  <a:cubicBezTo>
                    <a:pt x="22" y="5"/>
                    <a:pt x="23" y="5"/>
                    <a:pt x="24" y="5"/>
                  </a:cubicBezTo>
                  <a:cubicBezTo>
                    <a:pt x="25" y="6"/>
                    <a:pt x="24" y="8"/>
                    <a:pt x="24" y="9"/>
                  </a:cubicBezTo>
                  <a:cubicBezTo>
                    <a:pt x="24" y="11"/>
                    <a:pt x="25" y="12"/>
                    <a:pt x="25" y="14"/>
                  </a:cubicBezTo>
                  <a:cubicBezTo>
                    <a:pt x="26" y="15"/>
                    <a:pt x="25" y="15"/>
                    <a:pt x="25" y="16"/>
                  </a:cubicBezTo>
                  <a:cubicBezTo>
                    <a:pt x="26" y="18"/>
                    <a:pt x="29" y="17"/>
                    <a:pt x="30" y="18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2" y="21"/>
                    <a:pt x="33" y="21"/>
                    <a:pt x="34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3" y="22"/>
                    <a:pt x="31" y="23"/>
                    <a:pt x="29" y="23"/>
                  </a:cubicBezTo>
                  <a:cubicBezTo>
                    <a:pt x="28" y="23"/>
                    <a:pt x="27" y="22"/>
                    <a:pt x="26" y="23"/>
                  </a:cubicBezTo>
                  <a:cubicBezTo>
                    <a:pt x="26" y="23"/>
                    <a:pt x="25" y="24"/>
                    <a:pt x="25" y="24"/>
                  </a:cubicBezTo>
                  <a:cubicBezTo>
                    <a:pt x="24" y="25"/>
                    <a:pt x="22" y="24"/>
                    <a:pt x="21" y="26"/>
                  </a:cubicBezTo>
                  <a:cubicBezTo>
                    <a:pt x="21" y="26"/>
                    <a:pt x="21" y="27"/>
                    <a:pt x="21" y="28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8" y="28"/>
                    <a:pt x="18" y="29"/>
                    <a:pt x="17" y="30"/>
                  </a:cubicBezTo>
                  <a:cubicBezTo>
                    <a:pt x="16" y="30"/>
                    <a:pt x="15" y="28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28"/>
                    <a:pt x="11" y="28"/>
                    <a:pt x="9" y="28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2" y="25"/>
                    <a:pt x="11" y="24"/>
                    <a:pt x="11" y="23"/>
                  </a:cubicBezTo>
                  <a:cubicBezTo>
                    <a:pt x="10" y="21"/>
                    <a:pt x="10" y="19"/>
                    <a:pt x="10" y="17"/>
                  </a:cubicBezTo>
                  <a:cubicBezTo>
                    <a:pt x="9" y="17"/>
                    <a:pt x="9" y="17"/>
                    <a:pt x="8" y="16"/>
                  </a:cubicBezTo>
                  <a:cubicBezTo>
                    <a:pt x="7" y="16"/>
                    <a:pt x="6" y="16"/>
                    <a:pt x="6" y="16"/>
                  </a:cubicBezTo>
                  <a:cubicBezTo>
                    <a:pt x="5" y="16"/>
                    <a:pt x="4" y="15"/>
                    <a:pt x="4" y="15"/>
                  </a:cubicBezTo>
                  <a:cubicBezTo>
                    <a:pt x="2" y="14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49" name="Freeform 51"/>
            <p:cNvSpPr>
              <a:spLocks noEditPoints="1"/>
            </p:cNvSpPr>
            <p:nvPr userDrawn="1"/>
          </p:nvSpPr>
          <p:spPr bwMode="auto">
            <a:xfrm>
              <a:off x="8791638" y="4653266"/>
              <a:ext cx="50800" cy="55563"/>
            </a:xfrm>
            <a:custGeom>
              <a:avLst/>
              <a:gdLst>
                <a:gd name="T0" fmla="*/ 20 w 34"/>
                <a:gd name="T1" fmla="*/ 18 h 37"/>
                <a:gd name="T2" fmla="*/ 22 w 34"/>
                <a:gd name="T3" fmla="*/ 19 h 37"/>
                <a:gd name="T4" fmla="*/ 20 w 34"/>
                <a:gd name="T5" fmla="*/ 17 h 37"/>
                <a:gd name="T6" fmla="*/ 14 w 34"/>
                <a:gd name="T7" fmla="*/ 22 h 37"/>
                <a:gd name="T8" fmla="*/ 14 w 34"/>
                <a:gd name="T9" fmla="*/ 24 h 37"/>
                <a:gd name="T10" fmla="*/ 15 w 34"/>
                <a:gd name="T11" fmla="*/ 22 h 37"/>
                <a:gd name="T12" fmla="*/ 14 w 34"/>
                <a:gd name="T13" fmla="*/ 22 h 37"/>
                <a:gd name="T14" fmla="*/ 16 w 34"/>
                <a:gd name="T15" fmla="*/ 20 h 37"/>
                <a:gd name="T16" fmla="*/ 16 w 34"/>
                <a:gd name="T17" fmla="*/ 20 h 37"/>
                <a:gd name="T18" fmla="*/ 16 w 34"/>
                <a:gd name="T19" fmla="*/ 19 h 37"/>
                <a:gd name="T20" fmla="*/ 10 w 34"/>
                <a:gd name="T21" fmla="*/ 5 h 37"/>
                <a:gd name="T22" fmla="*/ 6 w 34"/>
                <a:gd name="T23" fmla="*/ 17 h 37"/>
                <a:gd name="T24" fmla="*/ 8 w 34"/>
                <a:gd name="T25" fmla="*/ 20 h 37"/>
                <a:gd name="T26" fmla="*/ 15 w 34"/>
                <a:gd name="T27" fmla="*/ 16 h 37"/>
                <a:gd name="T28" fmla="*/ 20 w 34"/>
                <a:gd name="T29" fmla="*/ 14 h 37"/>
                <a:gd name="T30" fmla="*/ 25 w 34"/>
                <a:gd name="T31" fmla="*/ 15 h 37"/>
                <a:gd name="T32" fmla="*/ 23 w 34"/>
                <a:gd name="T33" fmla="*/ 27 h 37"/>
                <a:gd name="T34" fmla="*/ 18 w 34"/>
                <a:gd name="T35" fmla="*/ 27 h 37"/>
                <a:gd name="T36" fmla="*/ 17 w 34"/>
                <a:gd name="T37" fmla="*/ 24 h 37"/>
                <a:gd name="T38" fmla="*/ 13 w 34"/>
                <a:gd name="T39" fmla="*/ 25 h 37"/>
                <a:gd name="T40" fmla="*/ 12 w 34"/>
                <a:gd name="T41" fmla="*/ 17 h 37"/>
                <a:gd name="T42" fmla="*/ 10 w 34"/>
                <a:gd name="T43" fmla="*/ 22 h 37"/>
                <a:gd name="T44" fmla="*/ 17 w 34"/>
                <a:gd name="T45" fmla="*/ 32 h 37"/>
                <a:gd name="T46" fmla="*/ 20 w 34"/>
                <a:gd name="T47" fmla="*/ 33 h 37"/>
                <a:gd name="T48" fmla="*/ 24 w 34"/>
                <a:gd name="T49" fmla="*/ 29 h 37"/>
                <a:gd name="T50" fmla="*/ 23 w 34"/>
                <a:gd name="T51" fmla="*/ 28 h 37"/>
                <a:gd name="T52" fmla="*/ 26 w 34"/>
                <a:gd name="T53" fmla="*/ 25 h 37"/>
                <a:gd name="T54" fmla="*/ 21 w 34"/>
                <a:gd name="T55" fmla="*/ 10 h 37"/>
                <a:gd name="T56" fmla="*/ 17 w 34"/>
                <a:gd name="T57" fmla="*/ 6 h 37"/>
                <a:gd name="T58" fmla="*/ 10 w 34"/>
                <a:gd name="T59" fmla="*/ 5 h 37"/>
                <a:gd name="T60" fmla="*/ 12 w 34"/>
                <a:gd name="T61" fmla="*/ 1 h 37"/>
                <a:gd name="T62" fmla="*/ 27 w 34"/>
                <a:gd name="T63" fmla="*/ 12 h 37"/>
                <a:gd name="T64" fmla="*/ 31 w 34"/>
                <a:gd name="T65" fmla="*/ 27 h 37"/>
                <a:gd name="T66" fmla="*/ 26 w 34"/>
                <a:gd name="T67" fmla="*/ 30 h 37"/>
                <a:gd name="T68" fmla="*/ 20 w 34"/>
                <a:gd name="T69" fmla="*/ 35 h 37"/>
                <a:gd name="T70" fmla="*/ 19 w 34"/>
                <a:gd name="T71" fmla="*/ 37 h 37"/>
                <a:gd name="T72" fmla="*/ 14 w 34"/>
                <a:gd name="T73" fmla="*/ 35 h 37"/>
                <a:gd name="T74" fmla="*/ 8 w 34"/>
                <a:gd name="T75" fmla="*/ 27 h 37"/>
                <a:gd name="T76" fmla="*/ 3 w 34"/>
                <a:gd name="T77" fmla="*/ 23 h 37"/>
                <a:gd name="T78" fmla="*/ 4 w 34"/>
                <a:gd name="T79" fmla="*/ 8 h 37"/>
                <a:gd name="T80" fmla="*/ 5 w 34"/>
                <a:gd name="T8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" h="37">
                  <a:moveTo>
                    <a:pt x="20" y="17"/>
                  </a:moveTo>
                  <a:cubicBezTo>
                    <a:pt x="20" y="17"/>
                    <a:pt x="20" y="18"/>
                    <a:pt x="20" y="18"/>
                  </a:cubicBezTo>
                  <a:cubicBezTo>
                    <a:pt x="20" y="18"/>
                    <a:pt x="21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lose/>
                  <a:moveTo>
                    <a:pt x="14" y="22"/>
                  </a:moveTo>
                  <a:cubicBezTo>
                    <a:pt x="14" y="23"/>
                    <a:pt x="14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3"/>
                    <a:pt x="14" y="23"/>
                    <a:pt x="15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6" y="19"/>
                  </a:moveTo>
                  <a:cubicBezTo>
                    <a:pt x="16" y="19"/>
                    <a:pt x="16" y="19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0" y="5"/>
                  </a:moveTo>
                  <a:cubicBezTo>
                    <a:pt x="9" y="6"/>
                    <a:pt x="8" y="7"/>
                    <a:pt x="7" y="8"/>
                  </a:cubicBezTo>
                  <a:cubicBezTo>
                    <a:pt x="5" y="11"/>
                    <a:pt x="6" y="14"/>
                    <a:pt x="6" y="17"/>
                  </a:cubicBezTo>
                  <a:cubicBezTo>
                    <a:pt x="6" y="18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19"/>
                    <a:pt x="8" y="12"/>
                    <a:pt x="12" y="12"/>
                  </a:cubicBezTo>
                  <a:cubicBezTo>
                    <a:pt x="13" y="12"/>
                    <a:pt x="14" y="15"/>
                    <a:pt x="15" y="16"/>
                  </a:cubicBezTo>
                  <a:cubicBezTo>
                    <a:pt x="16" y="16"/>
                    <a:pt x="18" y="16"/>
                    <a:pt x="19" y="15"/>
                  </a:cubicBezTo>
                  <a:cubicBezTo>
                    <a:pt x="19" y="15"/>
                    <a:pt x="19" y="15"/>
                    <a:pt x="20" y="14"/>
                  </a:cubicBezTo>
                  <a:cubicBezTo>
                    <a:pt x="21" y="14"/>
                    <a:pt x="22" y="13"/>
                    <a:pt x="24" y="13"/>
                  </a:cubicBezTo>
                  <a:cubicBezTo>
                    <a:pt x="24" y="14"/>
                    <a:pt x="24" y="14"/>
                    <a:pt x="25" y="15"/>
                  </a:cubicBezTo>
                  <a:cubicBezTo>
                    <a:pt x="25" y="16"/>
                    <a:pt x="24" y="17"/>
                    <a:pt x="24" y="18"/>
                  </a:cubicBezTo>
                  <a:cubicBezTo>
                    <a:pt x="24" y="21"/>
                    <a:pt x="24" y="24"/>
                    <a:pt x="23" y="27"/>
                  </a:cubicBezTo>
                  <a:cubicBezTo>
                    <a:pt x="22" y="27"/>
                    <a:pt x="22" y="28"/>
                    <a:pt x="21" y="29"/>
                  </a:cubicBezTo>
                  <a:cubicBezTo>
                    <a:pt x="20" y="28"/>
                    <a:pt x="19" y="28"/>
                    <a:pt x="18" y="27"/>
                  </a:cubicBezTo>
                  <a:cubicBezTo>
                    <a:pt x="18" y="26"/>
                    <a:pt x="18" y="25"/>
                    <a:pt x="18" y="25"/>
                  </a:cubicBezTo>
                  <a:cubicBezTo>
                    <a:pt x="18" y="25"/>
                    <a:pt x="17" y="25"/>
                    <a:pt x="17" y="24"/>
                  </a:cubicBezTo>
                  <a:cubicBezTo>
                    <a:pt x="17" y="24"/>
                    <a:pt x="17" y="25"/>
                    <a:pt x="16" y="25"/>
                  </a:cubicBezTo>
                  <a:cubicBezTo>
                    <a:pt x="15" y="25"/>
                    <a:pt x="14" y="26"/>
                    <a:pt x="13" y="25"/>
                  </a:cubicBezTo>
                  <a:cubicBezTo>
                    <a:pt x="13" y="25"/>
                    <a:pt x="12" y="24"/>
                    <a:pt x="12" y="24"/>
                  </a:cubicBezTo>
                  <a:cubicBezTo>
                    <a:pt x="12" y="23"/>
                    <a:pt x="15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0" y="21"/>
                    <a:pt x="10" y="22"/>
                  </a:cubicBezTo>
                  <a:cubicBezTo>
                    <a:pt x="10" y="23"/>
                    <a:pt x="11" y="23"/>
                    <a:pt x="11" y="25"/>
                  </a:cubicBezTo>
                  <a:cubicBezTo>
                    <a:pt x="12" y="27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20" y="33"/>
                    <a:pt x="20" y="33"/>
                  </a:cubicBezTo>
                  <a:cubicBezTo>
                    <a:pt x="21" y="33"/>
                    <a:pt x="23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4" y="27"/>
                    <a:pt x="25" y="28"/>
                    <a:pt x="26" y="27"/>
                  </a:cubicBezTo>
                  <a:cubicBezTo>
                    <a:pt x="26" y="26"/>
                    <a:pt x="26" y="25"/>
                    <a:pt x="26" y="25"/>
                  </a:cubicBezTo>
                  <a:cubicBezTo>
                    <a:pt x="27" y="24"/>
                    <a:pt x="29" y="24"/>
                    <a:pt x="30" y="23"/>
                  </a:cubicBezTo>
                  <a:cubicBezTo>
                    <a:pt x="31" y="19"/>
                    <a:pt x="25" y="12"/>
                    <a:pt x="21" y="10"/>
                  </a:cubicBezTo>
                  <a:cubicBezTo>
                    <a:pt x="21" y="9"/>
                    <a:pt x="20" y="8"/>
                    <a:pt x="19" y="7"/>
                  </a:cubicBezTo>
                  <a:cubicBezTo>
                    <a:pt x="18" y="7"/>
                    <a:pt x="18" y="7"/>
                    <a:pt x="17" y="6"/>
                  </a:cubicBezTo>
                  <a:cubicBezTo>
                    <a:pt x="15" y="5"/>
                    <a:pt x="14" y="3"/>
                    <a:pt x="12" y="3"/>
                  </a:cubicBezTo>
                  <a:cubicBezTo>
                    <a:pt x="11" y="3"/>
                    <a:pt x="10" y="4"/>
                    <a:pt x="10" y="5"/>
                  </a:cubicBezTo>
                  <a:close/>
                  <a:moveTo>
                    <a:pt x="7" y="5"/>
                  </a:moveTo>
                  <a:cubicBezTo>
                    <a:pt x="9" y="3"/>
                    <a:pt x="10" y="1"/>
                    <a:pt x="12" y="1"/>
                  </a:cubicBezTo>
                  <a:cubicBezTo>
                    <a:pt x="16" y="0"/>
                    <a:pt x="20" y="5"/>
                    <a:pt x="24" y="9"/>
                  </a:cubicBezTo>
                  <a:cubicBezTo>
                    <a:pt x="25" y="10"/>
                    <a:pt x="26" y="11"/>
                    <a:pt x="27" y="12"/>
                  </a:cubicBezTo>
                  <a:cubicBezTo>
                    <a:pt x="29" y="15"/>
                    <a:pt x="33" y="17"/>
                    <a:pt x="34" y="20"/>
                  </a:cubicBezTo>
                  <a:cubicBezTo>
                    <a:pt x="34" y="21"/>
                    <a:pt x="33" y="27"/>
                    <a:pt x="31" y="27"/>
                  </a:cubicBezTo>
                  <a:cubicBezTo>
                    <a:pt x="30" y="28"/>
                    <a:pt x="27" y="27"/>
                    <a:pt x="26" y="29"/>
                  </a:cubicBezTo>
                  <a:cubicBezTo>
                    <a:pt x="26" y="29"/>
                    <a:pt x="26" y="30"/>
                    <a:pt x="26" y="30"/>
                  </a:cubicBezTo>
                  <a:cubicBezTo>
                    <a:pt x="26" y="31"/>
                    <a:pt x="23" y="34"/>
                    <a:pt x="22" y="35"/>
                  </a:cubicBezTo>
                  <a:cubicBezTo>
                    <a:pt x="21" y="35"/>
                    <a:pt x="20" y="35"/>
                    <a:pt x="20" y="35"/>
                  </a:cubicBezTo>
                  <a:cubicBezTo>
                    <a:pt x="19" y="36"/>
                    <a:pt x="20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8" y="37"/>
                    <a:pt x="17" y="37"/>
                    <a:pt x="16" y="37"/>
                  </a:cubicBezTo>
                  <a:cubicBezTo>
                    <a:pt x="16" y="37"/>
                    <a:pt x="14" y="35"/>
                    <a:pt x="14" y="35"/>
                  </a:cubicBezTo>
                  <a:cubicBezTo>
                    <a:pt x="14" y="33"/>
                    <a:pt x="12" y="31"/>
                    <a:pt x="11" y="29"/>
                  </a:cubicBezTo>
                  <a:cubicBezTo>
                    <a:pt x="10" y="28"/>
                    <a:pt x="8" y="27"/>
                    <a:pt x="8" y="27"/>
                  </a:cubicBezTo>
                  <a:cubicBezTo>
                    <a:pt x="7" y="26"/>
                    <a:pt x="6" y="25"/>
                    <a:pt x="5" y="25"/>
                  </a:cubicBezTo>
                  <a:cubicBezTo>
                    <a:pt x="5" y="24"/>
                    <a:pt x="4" y="23"/>
                    <a:pt x="3" y="23"/>
                  </a:cubicBezTo>
                  <a:cubicBezTo>
                    <a:pt x="0" y="18"/>
                    <a:pt x="1" y="17"/>
                    <a:pt x="2" y="12"/>
                  </a:cubicBezTo>
                  <a:cubicBezTo>
                    <a:pt x="2" y="11"/>
                    <a:pt x="3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5" y="6"/>
                    <a:pt x="5" y="5"/>
                  </a:cubicBezTo>
                  <a:cubicBezTo>
                    <a:pt x="6" y="5"/>
                    <a:pt x="7" y="5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50" name="Freeform 52"/>
            <p:cNvSpPr>
              <a:spLocks noEditPoints="1"/>
            </p:cNvSpPr>
            <p:nvPr userDrawn="1"/>
          </p:nvSpPr>
          <p:spPr bwMode="auto">
            <a:xfrm>
              <a:off x="8847200" y="4611991"/>
              <a:ext cx="46038" cy="58738"/>
            </a:xfrm>
            <a:custGeom>
              <a:avLst/>
              <a:gdLst>
                <a:gd name="T0" fmla="*/ 8 w 31"/>
                <a:gd name="T1" fmla="*/ 31 h 39"/>
                <a:gd name="T2" fmla="*/ 9 w 31"/>
                <a:gd name="T3" fmla="*/ 30 h 39"/>
                <a:gd name="T4" fmla="*/ 8 w 31"/>
                <a:gd name="T5" fmla="*/ 26 h 39"/>
                <a:gd name="T6" fmla="*/ 18 w 31"/>
                <a:gd name="T7" fmla="*/ 18 h 39"/>
                <a:gd name="T8" fmla="*/ 18 w 31"/>
                <a:gd name="T9" fmla="*/ 21 h 39"/>
                <a:gd name="T10" fmla="*/ 19 w 31"/>
                <a:gd name="T11" fmla="*/ 18 h 39"/>
                <a:gd name="T12" fmla="*/ 7 w 31"/>
                <a:gd name="T13" fmla="*/ 22 h 39"/>
                <a:gd name="T14" fmla="*/ 6 w 31"/>
                <a:gd name="T15" fmla="*/ 23 h 39"/>
                <a:gd name="T16" fmla="*/ 7 w 31"/>
                <a:gd name="T17" fmla="*/ 22 h 39"/>
                <a:gd name="T18" fmla="*/ 7 w 31"/>
                <a:gd name="T19" fmla="*/ 22 h 39"/>
                <a:gd name="T20" fmla="*/ 23 w 31"/>
                <a:gd name="T21" fmla="*/ 12 h 39"/>
                <a:gd name="T22" fmla="*/ 23 w 31"/>
                <a:gd name="T23" fmla="*/ 12 h 39"/>
                <a:gd name="T24" fmla="*/ 23 w 31"/>
                <a:gd name="T25" fmla="*/ 11 h 39"/>
                <a:gd name="T26" fmla="*/ 10 w 31"/>
                <a:gd name="T27" fmla="*/ 19 h 39"/>
                <a:gd name="T28" fmla="*/ 10 w 31"/>
                <a:gd name="T29" fmla="*/ 23 h 39"/>
                <a:gd name="T30" fmla="*/ 10 w 31"/>
                <a:gd name="T31" fmla="*/ 19 h 39"/>
                <a:gd name="T32" fmla="*/ 15 w 31"/>
                <a:gd name="T33" fmla="*/ 13 h 39"/>
                <a:gd name="T34" fmla="*/ 16 w 31"/>
                <a:gd name="T35" fmla="*/ 14 h 39"/>
                <a:gd name="T36" fmla="*/ 15 w 31"/>
                <a:gd name="T37" fmla="*/ 13 h 39"/>
                <a:gd name="T38" fmla="*/ 9 w 31"/>
                <a:gd name="T39" fmla="*/ 16 h 39"/>
                <a:gd name="T40" fmla="*/ 9 w 31"/>
                <a:gd name="T41" fmla="*/ 18 h 39"/>
                <a:gd name="T42" fmla="*/ 9 w 31"/>
                <a:gd name="T43" fmla="*/ 16 h 39"/>
                <a:gd name="T44" fmla="*/ 19 w 31"/>
                <a:gd name="T45" fmla="*/ 4 h 39"/>
                <a:gd name="T46" fmla="*/ 23 w 31"/>
                <a:gd name="T47" fmla="*/ 7 h 39"/>
                <a:gd name="T48" fmla="*/ 29 w 31"/>
                <a:gd name="T49" fmla="*/ 9 h 39"/>
                <a:gd name="T50" fmla="*/ 25 w 31"/>
                <a:gd name="T51" fmla="*/ 16 h 39"/>
                <a:gd name="T52" fmla="*/ 29 w 31"/>
                <a:gd name="T53" fmla="*/ 26 h 39"/>
                <a:gd name="T54" fmla="*/ 30 w 31"/>
                <a:gd name="T55" fmla="*/ 30 h 39"/>
                <a:gd name="T56" fmla="*/ 31 w 31"/>
                <a:gd name="T57" fmla="*/ 32 h 39"/>
                <a:gd name="T58" fmla="*/ 22 w 31"/>
                <a:gd name="T59" fmla="*/ 23 h 39"/>
                <a:gd name="T60" fmla="*/ 16 w 31"/>
                <a:gd name="T61" fmla="*/ 29 h 39"/>
                <a:gd name="T62" fmla="*/ 15 w 31"/>
                <a:gd name="T63" fmla="*/ 22 h 39"/>
                <a:gd name="T64" fmla="*/ 15 w 31"/>
                <a:gd name="T65" fmla="*/ 19 h 39"/>
                <a:gd name="T66" fmla="*/ 12 w 31"/>
                <a:gd name="T67" fmla="*/ 19 h 39"/>
                <a:gd name="T68" fmla="*/ 13 w 31"/>
                <a:gd name="T69" fmla="*/ 29 h 39"/>
                <a:gd name="T70" fmla="*/ 17 w 31"/>
                <a:gd name="T71" fmla="*/ 34 h 39"/>
                <a:gd name="T72" fmla="*/ 14 w 31"/>
                <a:gd name="T73" fmla="*/ 33 h 39"/>
                <a:gd name="T74" fmla="*/ 12 w 31"/>
                <a:gd name="T75" fmla="*/ 32 h 39"/>
                <a:gd name="T76" fmla="*/ 7 w 31"/>
                <a:gd name="T77" fmla="*/ 39 h 39"/>
                <a:gd name="T78" fmla="*/ 6 w 31"/>
                <a:gd name="T79" fmla="*/ 33 h 39"/>
                <a:gd name="T80" fmla="*/ 6 w 31"/>
                <a:gd name="T81" fmla="*/ 26 h 39"/>
                <a:gd name="T82" fmla="*/ 2 w 31"/>
                <a:gd name="T83" fmla="*/ 29 h 39"/>
                <a:gd name="T84" fmla="*/ 4 w 31"/>
                <a:gd name="T85" fmla="*/ 13 h 39"/>
                <a:gd name="T86" fmla="*/ 6 w 31"/>
                <a:gd name="T87" fmla="*/ 9 h 39"/>
                <a:gd name="T88" fmla="*/ 3 w 31"/>
                <a:gd name="T89" fmla="*/ 23 h 39"/>
                <a:gd name="T90" fmla="*/ 3 w 31"/>
                <a:gd name="T91" fmla="*/ 27 h 39"/>
                <a:gd name="T92" fmla="*/ 9 w 31"/>
                <a:gd name="T93" fmla="*/ 14 h 39"/>
                <a:gd name="T94" fmla="*/ 13 w 31"/>
                <a:gd name="T95" fmla="*/ 15 h 39"/>
                <a:gd name="T96" fmla="*/ 12 w 31"/>
                <a:gd name="T97" fmla="*/ 9 h 39"/>
                <a:gd name="T98" fmla="*/ 11 w 31"/>
                <a:gd name="T9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9">
                  <a:moveTo>
                    <a:pt x="8" y="26"/>
                  </a:moveTo>
                  <a:cubicBezTo>
                    <a:pt x="8" y="27"/>
                    <a:pt x="8" y="30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9" y="31"/>
                    <a:pt x="9" y="30"/>
                  </a:cubicBezTo>
                  <a:cubicBezTo>
                    <a:pt x="9" y="29"/>
                    <a:pt x="11" y="27"/>
                    <a:pt x="9" y="26"/>
                  </a:cubicBezTo>
                  <a:cubicBezTo>
                    <a:pt x="9" y="26"/>
                    <a:pt x="9" y="26"/>
                    <a:pt x="8" y="26"/>
                  </a:cubicBezTo>
                  <a:cubicBezTo>
                    <a:pt x="9" y="26"/>
                    <a:pt x="8" y="26"/>
                    <a:pt x="8" y="26"/>
                  </a:cubicBezTo>
                  <a:close/>
                  <a:moveTo>
                    <a:pt x="18" y="18"/>
                  </a:moveTo>
                  <a:cubicBezTo>
                    <a:pt x="18" y="19"/>
                    <a:pt x="17" y="20"/>
                    <a:pt x="17" y="21"/>
                  </a:cubicBezTo>
                  <a:cubicBezTo>
                    <a:pt x="17" y="21"/>
                    <a:pt x="17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1" y="19"/>
                    <a:pt x="19" y="18"/>
                  </a:cubicBezTo>
                  <a:cubicBezTo>
                    <a:pt x="19" y="17"/>
                    <a:pt x="19" y="17"/>
                    <a:pt x="18" y="18"/>
                  </a:cubicBezTo>
                  <a:close/>
                  <a:moveTo>
                    <a:pt x="7" y="22"/>
                  </a:moveTo>
                  <a:cubicBezTo>
                    <a:pt x="7" y="22"/>
                    <a:pt x="7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  <a:moveTo>
                    <a:pt x="23" y="11"/>
                  </a:move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10" y="19"/>
                  </a:moveTo>
                  <a:cubicBezTo>
                    <a:pt x="9" y="20"/>
                    <a:pt x="9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2"/>
                    <a:pt x="11" y="20"/>
                    <a:pt x="11" y="19"/>
                  </a:cubicBezTo>
                  <a:cubicBezTo>
                    <a:pt x="11" y="19"/>
                    <a:pt x="10" y="19"/>
                    <a:pt x="10" y="19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6" y="13"/>
                    <a:pt x="16" y="13"/>
                    <a:pt x="15" y="13"/>
                  </a:cubicBezTo>
                  <a:close/>
                  <a:moveTo>
                    <a:pt x="9" y="16"/>
                  </a:moveTo>
                  <a:cubicBezTo>
                    <a:pt x="8" y="17"/>
                    <a:pt x="8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9" y="15"/>
                    <a:pt x="9" y="16"/>
                    <a:pt x="9" y="16"/>
                  </a:cubicBezTo>
                  <a:close/>
                  <a:moveTo>
                    <a:pt x="11" y="1"/>
                  </a:moveTo>
                  <a:cubicBezTo>
                    <a:pt x="13" y="0"/>
                    <a:pt x="17" y="2"/>
                    <a:pt x="19" y="4"/>
                  </a:cubicBezTo>
                  <a:cubicBezTo>
                    <a:pt x="19" y="5"/>
                    <a:pt x="19" y="6"/>
                    <a:pt x="20" y="6"/>
                  </a:cubicBezTo>
                  <a:cubicBezTo>
                    <a:pt x="21" y="7"/>
                    <a:pt x="22" y="7"/>
                    <a:pt x="23" y="7"/>
                  </a:cubicBezTo>
                  <a:cubicBezTo>
                    <a:pt x="24" y="8"/>
                    <a:pt x="25" y="9"/>
                    <a:pt x="25" y="9"/>
                  </a:cubicBezTo>
                  <a:cubicBezTo>
                    <a:pt x="27" y="9"/>
                    <a:pt x="28" y="9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5" y="18"/>
                    <a:pt x="27" y="19"/>
                    <a:pt x="27" y="21"/>
                  </a:cubicBezTo>
                  <a:cubicBezTo>
                    <a:pt x="28" y="23"/>
                    <a:pt x="29" y="24"/>
                    <a:pt x="29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0" y="28"/>
                    <a:pt x="30" y="29"/>
                    <a:pt x="30" y="30"/>
                  </a:cubicBezTo>
                  <a:cubicBezTo>
                    <a:pt x="30" y="31"/>
                    <a:pt x="31" y="31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9" y="31"/>
                    <a:pt x="27" y="30"/>
                    <a:pt x="25" y="28"/>
                  </a:cubicBezTo>
                  <a:cubicBezTo>
                    <a:pt x="24" y="26"/>
                    <a:pt x="23" y="24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5"/>
                    <a:pt x="19" y="27"/>
                    <a:pt x="16" y="29"/>
                  </a:cubicBezTo>
                  <a:cubicBezTo>
                    <a:pt x="15" y="28"/>
                    <a:pt x="13" y="26"/>
                    <a:pt x="14" y="25"/>
                  </a:cubicBezTo>
                  <a:cubicBezTo>
                    <a:pt x="14" y="24"/>
                    <a:pt x="15" y="23"/>
                    <a:pt x="15" y="22"/>
                  </a:cubicBezTo>
                  <a:cubicBezTo>
                    <a:pt x="15" y="22"/>
                    <a:pt x="14" y="21"/>
                    <a:pt x="14" y="21"/>
                  </a:cubicBezTo>
                  <a:cubicBezTo>
                    <a:pt x="14" y="20"/>
                    <a:pt x="14" y="19"/>
                    <a:pt x="15" y="19"/>
                  </a:cubicBezTo>
                  <a:cubicBezTo>
                    <a:pt x="15" y="18"/>
                    <a:pt x="14" y="15"/>
                    <a:pt x="13" y="16"/>
                  </a:cubicBezTo>
                  <a:cubicBezTo>
                    <a:pt x="12" y="16"/>
                    <a:pt x="12" y="18"/>
                    <a:pt x="12" y="19"/>
                  </a:cubicBezTo>
                  <a:cubicBezTo>
                    <a:pt x="12" y="20"/>
                    <a:pt x="13" y="21"/>
                    <a:pt x="13" y="23"/>
                  </a:cubicBezTo>
                  <a:cubicBezTo>
                    <a:pt x="13" y="25"/>
                    <a:pt x="11" y="26"/>
                    <a:pt x="13" y="29"/>
                  </a:cubicBezTo>
                  <a:cubicBezTo>
                    <a:pt x="14" y="31"/>
                    <a:pt x="17" y="33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5" y="34"/>
                    <a:pt x="14" y="33"/>
                  </a:cubicBez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7"/>
                    <a:pt x="8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8"/>
                    <a:pt x="5" y="36"/>
                    <a:pt x="5" y="35"/>
                  </a:cubicBezTo>
                  <a:cubicBezTo>
                    <a:pt x="5" y="34"/>
                    <a:pt x="5" y="33"/>
                    <a:pt x="6" y="33"/>
                  </a:cubicBezTo>
                  <a:cubicBezTo>
                    <a:pt x="6" y="31"/>
                    <a:pt x="6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7"/>
                    <a:pt x="3" y="29"/>
                    <a:pt x="2" y="29"/>
                  </a:cubicBezTo>
                  <a:cubicBezTo>
                    <a:pt x="0" y="27"/>
                    <a:pt x="2" y="23"/>
                    <a:pt x="3" y="21"/>
                  </a:cubicBezTo>
                  <a:cubicBezTo>
                    <a:pt x="3" y="19"/>
                    <a:pt x="4" y="14"/>
                    <a:pt x="4" y="13"/>
                  </a:cubicBezTo>
                  <a:cubicBezTo>
                    <a:pt x="3" y="12"/>
                    <a:pt x="3" y="11"/>
                    <a:pt x="3" y="11"/>
                  </a:cubicBezTo>
                  <a:cubicBezTo>
                    <a:pt x="3" y="9"/>
                    <a:pt x="5" y="9"/>
                    <a:pt x="6" y="9"/>
                  </a:cubicBezTo>
                  <a:cubicBezTo>
                    <a:pt x="7" y="11"/>
                    <a:pt x="6" y="12"/>
                    <a:pt x="6" y="14"/>
                  </a:cubicBezTo>
                  <a:cubicBezTo>
                    <a:pt x="5" y="17"/>
                    <a:pt x="4" y="21"/>
                    <a:pt x="3" y="23"/>
                  </a:cubicBezTo>
                  <a:cubicBezTo>
                    <a:pt x="3" y="24"/>
                    <a:pt x="3" y="25"/>
                    <a:pt x="3" y="26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6"/>
                    <a:pt x="8" y="22"/>
                    <a:pt x="8" y="22"/>
                  </a:cubicBezTo>
                  <a:cubicBezTo>
                    <a:pt x="9" y="20"/>
                    <a:pt x="5" y="15"/>
                    <a:pt x="9" y="14"/>
                  </a:cubicBezTo>
                  <a:cubicBezTo>
                    <a:pt x="10" y="15"/>
                    <a:pt x="12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3"/>
                    <a:pt x="13" y="13"/>
                    <a:pt x="11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3" y="10"/>
                    <a:pt x="14" y="10"/>
                    <a:pt x="15" y="10"/>
                  </a:cubicBezTo>
                  <a:cubicBezTo>
                    <a:pt x="15" y="7"/>
                    <a:pt x="11" y="3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9280509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87401" y="758954"/>
            <a:ext cx="7222744" cy="1156208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5400" b="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目录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7401" y="2042160"/>
            <a:ext cx="7222744" cy="4450080"/>
          </a:xfrm>
          <a:prstGeom prst="rect">
            <a:avLst/>
          </a:prstGeom>
        </p:spPr>
        <p:txBody>
          <a:bodyPr anchor="t">
            <a:normAutofit/>
          </a:bodyPr>
          <a:lstStyle>
            <a:lvl1pPr marL="469075" indent="-335734">
              <a:buFont typeface="Wingdings" panose="05000000000000000000" pitchFamily="2" charset="2"/>
              <a:buChar char="n"/>
              <a:defRPr sz="2700">
                <a:solidFill>
                  <a:schemeClr val="tx2"/>
                </a:solidFill>
              </a:defRPr>
            </a:lvl1pPr>
            <a:lvl2pPr marL="342878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75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34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511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388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26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144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022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2017.1.2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99270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4542" y="948910"/>
            <a:ext cx="7746160" cy="541228"/>
          </a:xfrm>
          <a:prstGeom prst="rect">
            <a:avLst/>
          </a:prstGeom>
        </p:spPr>
        <p:txBody>
          <a:bodyPr anchor="t"/>
          <a:lstStyle>
            <a:lvl1pPr>
              <a:defRPr lang="en-US" sz="3600" dirty="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542" y="1691327"/>
            <a:ext cx="7746160" cy="4488814"/>
          </a:xfrm>
          <a:prstGeom prst="rect">
            <a:avLst/>
          </a:prstGeom>
        </p:spPr>
        <p:txBody>
          <a:bodyPr>
            <a:normAutofit/>
          </a:bodyPr>
          <a:lstStyle>
            <a:lvl1pPr marL="202393" indent="-202393">
              <a:lnSpc>
                <a:spcPct val="120000"/>
              </a:lnSpc>
              <a:buFont typeface="微软雅黑" panose="020B0503020204020204" pitchFamily="34" charset="-122"/>
              <a:buChar char="▪"/>
              <a:defRPr sz="2700"/>
            </a:lvl1pPr>
            <a:lvl2pPr marL="405978" indent="-200012">
              <a:lnSpc>
                <a:spcPct val="120000"/>
              </a:lnSpc>
              <a:buFont typeface="微软雅黑" panose="020B0503020204020204" pitchFamily="34" charset="-122"/>
              <a:buChar char="▫"/>
              <a:defRPr sz="2400"/>
            </a:lvl2pPr>
            <a:lvl3pPr marL="603608" indent="-192869">
              <a:lnSpc>
                <a:spcPct val="120000"/>
              </a:lnSpc>
              <a:buFont typeface="微软雅黑" panose="020B0503020204020204" pitchFamily="34" charset="-122"/>
              <a:buChar char="◦"/>
              <a:defRPr sz="2100"/>
            </a:lvl3pPr>
            <a:lvl4pPr marL="806002" indent="-189298">
              <a:lnSpc>
                <a:spcPct val="120000"/>
              </a:lnSpc>
              <a:buFont typeface="微软雅黑" panose="020B0503020204020204" pitchFamily="34" charset="-122"/>
              <a:buChar char="◦"/>
              <a:defRPr sz="2100"/>
            </a:lvl4pPr>
            <a:lvl5pPr marL="1009585" indent="-186917">
              <a:lnSpc>
                <a:spcPct val="120000"/>
              </a:lnSpc>
              <a:buFont typeface="微软雅黑" panose="020B0503020204020204" pitchFamily="34" charset="-122"/>
              <a:buChar char="◦"/>
              <a:defRPr sz="21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2017.1.2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1" y="503154"/>
            <a:ext cx="155276" cy="9869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394498" y="503159"/>
            <a:ext cx="7745624" cy="40481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单击此处添加副标题</a:t>
            </a:r>
          </a:p>
        </p:txBody>
      </p:sp>
    </p:spTree>
    <p:extLst>
      <p:ext uri="{BB962C8B-B14F-4D97-AF65-F5344CB8AC3E}">
        <p14:creationId xmlns:p14="http://schemas.microsoft.com/office/powerpoint/2010/main" val="928474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2017.1.2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94542" y="1691327"/>
            <a:ext cx="7746160" cy="4488814"/>
          </a:xfrm>
          <a:prstGeom prst="rect">
            <a:avLst/>
          </a:prstGeom>
        </p:spPr>
        <p:txBody>
          <a:bodyPr>
            <a:normAutofit/>
          </a:bodyPr>
          <a:lstStyle>
            <a:lvl1pPr marL="202393" indent="-202393">
              <a:lnSpc>
                <a:spcPct val="120000"/>
              </a:lnSpc>
              <a:buFont typeface="微软雅黑" panose="020B0503020204020204" pitchFamily="34" charset="-122"/>
              <a:buChar char="▪"/>
              <a:defRPr sz="2700"/>
            </a:lvl1pPr>
            <a:lvl2pPr marL="405978" indent="-200012">
              <a:lnSpc>
                <a:spcPct val="120000"/>
              </a:lnSpc>
              <a:buFont typeface="微软雅黑" panose="020B0503020204020204" pitchFamily="34" charset="-122"/>
              <a:buChar char="▫"/>
              <a:defRPr sz="2400"/>
            </a:lvl2pPr>
            <a:lvl3pPr marL="603608" indent="-192869">
              <a:lnSpc>
                <a:spcPct val="120000"/>
              </a:lnSpc>
              <a:buFont typeface="微软雅黑" panose="020B0503020204020204" pitchFamily="34" charset="-122"/>
              <a:buChar char="◦"/>
              <a:defRPr sz="2100"/>
            </a:lvl3pPr>
            <a:lvl4pPr marL="806002" indent="-189298">
              <a:lnSpc>
                <a:spcPct val="120000"/>
              </a:lnSpc>
              <a:buFont typeface="微软雅黑" panose="020B0503020204020204" pitchFamily="34" charset="-122"/>
              <a:buChar char="◦"/>
              <a:defRPr sz="2100"/>
            </a:lvl4pPr>
            <a:lvl5pPr marL="1009585" indent="-186917">
              <a:lnSpc>
                <a:spcPct val="120000"/>
              </a:lnSpc>
              <a:buFont typeface="微软雅黑" panose="020B0503020204020204" pitchFamily="34" charset="-122"/>
              <a:buChar char="◦"/>
              <a:defRPr sz="21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11" name="Rectangle 6"/>
          <p:cNvSpPr/>
          <p:nvPr userDrawn="1"/>
        </p:nvSpPr>
        <p:spPr>
          <a:xfrm>
            <a:off x="1" y="503154"/>
            <a:ext cx="155276" cy="9869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4542" y="948910"/>
            <a:ext cx="7746160" cy="541228"/>
          </a:xfrm>
          <a:prstGeom prst="rect">
            <a:avLst/>
          </a:prstGeom>
        </p:spPr>
        <p:txBody>
          <a:bodyPr anchor="t"/>
          <a:lstStyle>
            <a:lvl1pPr>
              <a:defRPr lang="en-US" sz="3600" dirty="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584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0251" y="758952"/>
            <a:ext cx="7279894" cy="4041648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5400" b="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0251" y="4800600"/>
            <a:ext cx="7279894" cy="169164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6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878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75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34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511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388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26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144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022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2017.1.2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43829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2017.1.2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585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6172209"/>
            <a:ext cx="9144000" cy="685795"/>
          </a:xfrm>
          <a:prstGeom prst="rect">
            <a:avLst/>
          </a:prstGeom>
          <a:solidFill>
            <a:srgbClr val="333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878" y="6172205"/>
            <a:ext cx="7486650" cy="68579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400" b="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9144000" cy="617220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277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69630" y="0"/>
            <a:ext cx="6858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8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60040" y="1044183"/>
            <a:ext cx="190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altLang="zh-CN"/>
              <a:t>2017.1.2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021831" y="4092183"/>
            <a:ext cx="3581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9630" y="6231481"/>
            <a:ext cx="6858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21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782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</p:sldLayoutIdLst>
  <p:hf sldNum="0" hdr="0" ftr="0" dt="0"/>
  <p:txStyles>
    <p:titleStyle>
      <a:lvl1pPr algn="l" defTabSz="685756" rtl="0" eaLnBrk="1" latinLnBrk="0" hangingPunct="1">
        <a:lnSpc>
          <a:spcPct val="90000"/>
        </a:lnSpc>
        <a:spcBef>
          <a:spcPct val="0"/>
        </a:spcBef>
        <a:buNone/>
        <a:defRPr sz="3300" kern="1200" spc="-38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50" indent="-137150" algn="l" defTabSz="685756" rtl="0" eaLnBrk="1" latinLnBrk="0" hangingPunct="1">
        <a:lnSpc>
          <a:spcPct val="95000"/>
        </a:lnSpc>
        <a:spcBef>
          <a:spcPts val="1050"/>
        </a:spcBef>
        <a:spcAft>
          <a:spcPts val="150"/>
        </a:spcAft>
        <a:buClr>
          <a:schemeClr val="accent1"/>
        </a:buClr>
        <a:buSzPct val="80000"/>
        <a:buFont typeface="Arial" pitchFamily="34" charset="0"/>
        <a:buChar char="•"/>
        <a:defRPr sz="1350" kern="1200" spc="8" baseline="0">
          <a:solidFill>
            <a:schemeClr val="tx1"/>
          </a:solidFill>
          <a:latin typeface="+mn-lt"/>
          <a:ea typeface="+mn-ea"/>
          <a:cs typeface="+mn-cs"/>
        </a:defRPr>
      </a:lvl1pPr>
      <a:lvl2pPr marL="342878" indent="-137150" algn="l" defTabSz="685756" rtl="0" eaLnBrk="1" latinLnBrk="0" hangingPunct="1">
        <a:lnSpc>
          <a:spcPct val="90000"/>
        </a:lnSpc>
        <a:spcBef>
          <a:spcPts val="224"/>
        </a:spcBef>
        <a:spcAft>
          <a:spcPts val="224"/>
        </a:spcAft>
        <a:buClr>
          <a:schemeClr val="accent1"/>
        </a:buClr>
        <a:buFont typeface="Wingdings 2" pitchFamily="18" charset="2"/>
        <a:buChar char="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05" indent="-137150" algn="l" defTabSz="685756" rtl="0" eaLnBrk="1" latinLnBrk="0" hangingPunct="1">
        <a:lnSpc>
          <a:spcPct val="90000"/>
        </a:lnSpc>
        <a:spcBef>
          <a:spcPts val="224"/>
        </a:spcBef>
        <a:spcAft>
          <a:spcPts val="224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754331" indent="-137150" algn="l" defTabSz="685756" rtl="0" eaLnBrk="1" latinLnBrk="0" hangingPunct="1">
        <a:lnSpc>
          <a:spcPct val="90000"/>
        </a:lnSpc>
        <a:spcBef>
          <a:spcPts val="224"/>
        </a:spcBef>
        <a:spcAft>
          <a:spcPts val="224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960058" indent="-137150" algn="l" defTabSz="685756" rtl="0" eaLnBrk="1" latinLnBrk="0" hangingPunct="1">
        <a:lnSpc>
          <a:spcPct val="90000"/>
        </a:lnSpc>
        <a:spcBef>
          <a:spcPts val="224"/>
        </a:spcBef>
        <a:spcAft>
          <a:spcPts val="224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199922" indent="-171439" algn="l" defTabSz="685756" rtl="0" eaLnBrk="1" latinLnBrk="0" hangingPunct="1">
        <a:lnSpc>
          <a:spcPct val="90000"/>
        </a:lnSpc>
        <a:spcBef>
          <a:spcPts val="224"/>
        </a:spcBef>
        <a:spcAft>
          <a:spcPts val="224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24908" indent="-171439" algn="l" defTabSz="685756" rtl="0" eaLnBrk="1" latinLnBrk="0" hangingPunct="1">
        <a:lnSpc>
          <a:spcPct val="90000"/>
        </a:lnSpc>
        <a:spcBef>
          <a:spcPts val="224"/>
        </a:spcBef>
        <a:spcAft>
          <a:spcPts val="224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49893" indent="-171439" algn="l" defTabSz="685756" rtl="0" eaLnBrk="1" latinLnBrk="0" hangingPunct="1">
        <a:lnSpc>
          <a:spcPct val="90000"/>
        </a:lnSpc>
        <a:spcBef>
          <a:spcPts val="224"/>
        </a:spcBef>
        <a:spcAft>
          <a:spcPts val="224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74879" indent="-171439" algn="l" defTabSz="685756" rtl="0" eaLnBrk="1" latinLnBrk="0" hangingPunct="1">
        <a:lnSpc>
          <a:spcPct val="90000"/>
        </a:lnSpc>
        <a:spcBef>
          <a:spcPts val="224"/>
        </a:spcBef>
        <a:spcAft>
          <a:spcPts val="224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5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78" algn="l" defTabSz="68575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56" algn="l" defTabSz="68575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34" algn="l" defTabSz="68575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11" algn="l" defTabSz="68575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388" algn="l" defTabSz="68575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66" algn="l" defTabSz="68575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44" algn="l" defTabSz="68575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22" algn="l" defTabSz="68575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46409" y="758959"/>
            <a:ext cx="7815934" cy="1793417"/>
          </a:xfrm>
        </p:spPr>
        <p:txBody>
          <a:bodyPr/>
          <a:lstStyle/>
          <a:p>
            <a:r>
              <a:rPr lang="zh-CN" altLang="en-US" b="1" dirty="0">
                <a:latin typeface="Arial" panose="020B0604020202020204" pitchFamily="34" charset="0"/>
                <a:ea typeface="黑体" panose="02010609060101010101" pitchFamily="49" charset="-122"/>
              </a:rPr>
              <a:t>云原生微服务电商平台需求分析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小组成员：谭志明，乔禹，石育昆</a:t>
            </a:r>
          </a:p>
        </p:txBody>
      </p:sp>
    </p:spTree>
    <p:extLst>
      <p:ext uri="{BB962C8B-B14F-4D97-AF65-F5344CB8AC3E}">
        <p14:creationId xmlns:p14="http://schemas.microsoft.com/office/powerpoint/2010/main" val="151924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Arial" panose="020B0604020202020204" pitchFamily="34" charset="0"/>
                <a:ea typeface="黑体" panose="02010609060101010101" pitchFamily="49" charset="-122"/>
              </a:rPr>
              <a:t>目录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课题介绍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利益相关者分析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初步的产品要求文档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功能需求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用例图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主要用例描述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>
                <a:latin typeface="Arial" panose="020B0604020202020204" pitchFamily="34" charset="0"/>
                <a:ea typeface="黑体" panose="02010609060101010101" pitchFamily="49" charset="-122"/>
              </a:rPr>
              <a:pPr/>
              <a:t>2</a:t>
            </a:fld>
            <a:endParaRPr 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5890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3517" y="294198"/>
            <a:ext cx="7279894" cy="896510"/>
          </a:xfrm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课题介绍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10981" y="1190714"/>
            <a:ext cx="7279894" cy="5257801"/>
          </a:xfrm>
        </p:spPr>
        <p:txBody>
          <a:bodyPr>
            <a:noAutofit/>
          </a:bodyPr>
          <a:lstStyle/>
          <a:p>
            <a:r>
              <a:rPr lang="zh-CN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云原生微服务架构的电商平台</a:t>
            </a:r>
          </a:p>
          <a:p>
            <a:r>
              <a:rPr lang="zh-CN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需要实现商品展示、购物车、订单管理和支付集成等核心功能。</a:t>
            </a:r>
          </a:p>
          <a:p>
            <a:r>
              <a:rPr lang="en-US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-   </a:t>
            </a:r>
            <a:r>
              <a:rPr lang="zh-CN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技术栈：使用</a:t>
            </a:r>
            <a:r>
              <a:rPr lang="en-US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Java/Go</a:t>
            </a:r>
            <a:r>
              <a:rPr lang="zh-CN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语言，</a:t>
            </a:r>
            <a:r>
              <a:rPr lang="en-US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Spring Cloud</a:t>
            </a:r>
            <a:r>
              <a:rPr lang="zh-CN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微服务框架，</a:t>
            </a:r>
            <a:r>
              <a:rPr lang="en-US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React/Vue</a:t>
            </a:r>
            <a:r>
              <a:rPr lang="zh-CN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前端，</a:t>
            </a:r>
            <a:r>
              <a:rPr lang="en-US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Docker</a:t>
            </a:r>
            <a:r>
              <a:rPr lang="zh-CN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和</a:t>
            </a:r>
            <a:r>
              <a:rPr lang="en-US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Kubernetes</a:t>
            </a:r>
            <a:r>
              <a:rPr lang="zh-CN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容器编排，支持</a:t>
            </a:r>
            <a:r>
              <a:rPr lang="en-US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CI/CD</a:t>
            </a:r>
            <a:r>
              <a:rPr lang="zh-CN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流水线</a:t>
            </a:r>
          </a:p>
          <a:p>
            <a:r>
              <a:rPr lang="en-US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-   </a:t>
            </a:r>
            <a:r>
              <a:rPr lang="zh-CN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具体要求：</a:t>
            </a:r>
          </a:p>
          <a:p>
            <a:r>
              <a:rPr lang="en-US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    -   </a:t>
            </a:r>
            <a:r>
              <a:rPr lang="zh-CN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实现领域驱动设计</a:t>
            </a:r>
            <a:r>
              <a:rPr lang="en-US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(DDD)</a:t>
            </a:r>
            <a:r>
              <a:rPr lang="zh-CN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架构</a:t>
            </a:r>
          </a:p>
          <a:p>
            <a:r>
              <a:rPr lang="en-US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    -   </a:t>
            </a:r>
            <a:r>
              <a:rPr lang="zh-CN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服务拆分遵循单一职责原则</a:t>
            </a:r>
          </a:p>
          <a:p>
            <a:r>
              <a:rPr lang="en-US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    -   </a:t>
            </a:r>
            <a:r>
              <a:rPr lang="zh-CN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实现分布式事务处理机制（如使用</a:t>
            </a:r>
            <a:r>
              <a:rPr lang="en-US" altLang="zh-CN" sz="1600" dirty="0" err="1">
                <a:latin typeface="Arial" panose="020B0604020202020204" pitchFamily="34" charset="0"/>
                <a:ea typeface="黑体" panose="02010609060101010101" pitchFamily="49" charset="-122"/>
              </a:rPr>
              <a:t>Seata</a:t>
            </a:r>
            <a:r>
              <a:rPr lang="zh-CN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或最终一致性方案）</a:t>
            </a:r>
          </a:p>
          <a:p>
            <a:r>
              <a:rPr lang="en-US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    -   </a:t>
            </a:r>
            <a:r>
              <a:rPr lang="zh-CN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实现服务注册与发现</a:t>
            </a:r>
            <a:r>
              <a:rPr lang="en-US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(</a:t>
            </a:r>
            <a:r>
              <a:rPr lang="en-US" altLang="zh-CN" sz="1600" dirty="0" err="1">
                <a:latin typeface="Arial" panose="020B0604020202020204" pitchFamily="34" charset="0"/>
                <a:ea typeface="黑体" panose="02010609060101010101" pitchFamily="49" charset="-122"/>
              </a:rPr>
              <a:t>Nacos</a:t>
            </a:r>
            <a:r>
              <a:rPr lang="en-US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/Eureka)</a:t>
            </a:r>
            <a:r>
              <a:rPr lang="zh-CN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、配置管理、</a:t>
            </a:r>
            <a:r>
              <a:rPr lang="en-US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API</a:t>
            </a:r>
            <a:r>
              <a:rPr lang="zh-CN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网关</a:t>
            </a:r>
          </a:p>
          <a:p>
            <a:r>
              <a:rPr lang="en-US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    -   </a:t>
            </a:r>
            <a:r>
              <a:rPr lang="zh-CN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提供系统监控和日志追踪功能</a:t>
            </a:r>
          </a:p>
          <a:p>
            <a:r>
              <a:rPr lang="en-US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-   </a:t>
            </a:r>
            <a:r>
              <a:rPr lang="zh-CN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按业务拆分至少</a:t>
            </a:r>
            <a:r>
              <a:rPr lang="en-US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3</a:t>
            </a:r>
            <a:r>
              <a:rPr lang="zh-CN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个微服务（如用户服务、商品服务、订单服务）。</a:t>
            </a:r>
          </a:p>
          <a:p>
            <a:r>
              <a:rPr lang="en-US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    -   </a:t>
            </a:r>
            <a:r>
              <a:rPr lang="zh-CN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所有服务可以</a:t>
            </a:r>
            <a:r>
              <a:rPr lang="en-US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Docker</a:t>
            </a:r>
            <a:r>
              <a:rPr lang="zh-CN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容器化，并使用</a:t>
            </a:r>
            <a:r>
              <a:rPr lang="en-US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Docker-Compose</a:t>
            </a:r>
            <a:r>
              <a:rPr lang="zh-CN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进行部署。</a:t>
            </a:r>
          </a:p>
          <a:p>
            <a:endParaRPr lang="zh-CN" altLang="en-US" sz="160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>
                <a:latin typeface="Arial" panose="020B0604020202020204" pitchFamily="34" charset="0"/>
                <a:ea typeface="黑体" panose="02010609060101010101" pitchFamily="49" charset="-122"/>
              </a:rPr>
              <a:pPr/>
              <a:t>3</a:t>
            </a:fld>
            <a:endParaRPr 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21429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521500" y="1072999"/>
            <a:ext cx="60194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00" b="1" dirty="0">
                <a:latin typeface="微软雅黑" panose="020B0503020204020204" pitchFamily="34" charset="-122"/>
              </a:rPr>
              <a:t>需求分析</a:t>
            </a:r>
            <a:r>
              <a:rPr lang="en-US" altLang="zh-CN" sz="2100" b="1" dirty="0">
                <a:latin typeface="微软雅黑" panose="020B0503020204020204" pitchFamily="34" charset="-122"/>
              </a:rPr>
              <a:t>--</a:t>
            </a:r>
            <a:r>
              <a:rPr lang="zh-CN" altLang="en-US" sz="2100" b="1" dirty="0"/>
              <a:t>确定利益共同者</a:t>
            </a:r>
          </a:p>
          <a:p>
            <a:endParaRPr lang="zh-CN" altLang="en-US" sz="2100" b="1" dirty="0">
              <a:latin typeface="微软雅黑" panose="020B0503020204020204" pitchFamily="34" charset="-122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BC1BFF84-326F-D736-0159-A087AA1E90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83834" y="3005949"/>
            <a:ext cx="1334669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 sz="135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0A3B9E7-522E-3DE7-8F92-004E996EAEC2}"/>
              </a:ext>
            </a:extLst>
          </p:cNvPr>
          <p:cNvSpPr txBox="1"/>
          <p:nvPr/>
        </p:nvSpPr>
        <p:spPr>
          <a:xfrm>
            <a:off x="821533" y="2083005"/>
            <a:ext cx="2518172" cy="986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350" dirty="0">
                <a:solidFill>
                  <a:srgbClr val="00B0F0"/>
                </a:solidFill>
              </a:rPr>
              <a:t>充分考虑潜在的系统外部参与者，并分析不同参与者的关注点差异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84B6414-D97E-281D-AC80-479788C690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4396" y="1655805"/>
            <a:ext cx="4819806" cy="50909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24E96-BC00-B989-234A-A0FAC86E0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43E7A5BF-FCB1-7A9D-FE39-5F6BF75DC955}"/>
              </a:ext>
            </a:extLst>
          </p:cNvPr>
          <p:cNvSpPr txBox="1"/>
          <p:nvPr/>
        </p:nvSpPr>
        <p:spPr>
          <a:xfrm>
            <a:off x="521500" y="1072999"/>
            <a:ext cx="601941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00" b="1" dirty="0">
                <a:latin typeface="微软雅黑" panose="020B0503020204020204" pitchFamily="34" charset="-122"/>
              </a:rPr>
              <a:t>需求分析</a:t>
            </a:r>
            <a:r>
              <a:rPr lang="en-US" altLang="zh-CN" sz="2100" b="1" dirty="0">
                <a:latin typeface="微软雅黑" panose="020B0503020204020204" pitchFamily="34" charset="-122"/>
              </a:rPr>
              <a:t>--</a:t>
            </a:r>
            <a:r>
              <a:rPr lang="zh-CN" altLang="en-US" sz="2100" b="1" dirty="0"/>
              <a:t>初步产品要求文档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1F2C1ED6-915E-CFF2-FC9D-960A0542B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83834" y="3005949"/>
            <a:ext cx="1334669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 sz="135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D603B81-994F-23F1-97AA-1B021738BC8C}"/>
              </a:ext>
            </a:extLst>
          </p:cNvPr>
          <p:cNvSpPr txBox="1"/>
          <p:nvPr/>
        </p:nvSpPr>
        <p:spPr>
          <a:xfrm>
            <a:off x="685807" y="2007713"/>
            <a:ext cx="2718197" cy="1234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350" dirty="0">
                <a:solidFill>
                  <a:srgbClr val="00B0F0"/>
                </a:solidFill>
              </a:rPr>
              <a:t>在确定利益共同者的基础上，进一步明确系统范围和目标，形成初步产品要求文档</a:t>
            </a:r>
            <a:endParaRPr lang="en-US" altLang="zh-CN" sz="1350" dirty="0">
              <a:solidFill>
                <a:srgbClr val="00B0F0"/>
              </a:solidFill>
            </a:endParaRPr>
          </a:p>
          <a:p>
            <a:endParaRPr lang="zh-CN" altLang="en-US" sz="135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1DFCE86-A231-DA93-1318-5217B4B2B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8687" y="2143904"/>
            <a:ext cx="5109520" cy="4714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161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E8873-125E-69A0-0C6E-B3036C0C8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3EED90BE-3067-2485-4DCA-9A35C867E10F}"/>
              </a:ext>
            </a:extLst>
          </p:cNvPr>
          <p:cNvSpPr txBox="1"/>
          <p:nvPr/>
        </p:nvSpPr>
        <p:spPr>
          <a:xfrm>
            <a:off x="507213" y="1058712"/>
            <a:ext cx="601941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00" b="1" dirty="0">
                <a:latin typeface="微软雅黑" panose="020B0503020204020204" pitchFamily="34" charset="-122"/>
              </a:rPr>
              <a:t>需求分析</a:t>
            </a:r>
            <a:r>
              <a:rPr lang="en-US" altLang="zh-CN" sz="2100" b="1" dirty="0">
                <a:latin typeface="微软雅黑" panose="020B0503020204020204" pitchFamily="34" charset="-122"/>
              </a:rPr>
              <a:t>--</a:t>
            </a:r>
            <a:r>
              <a:rPr lang="zh-CN" altLang="en-US" sz="2100" b="1" dirty="0"/>
              <a:t>用户故事列表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1E3FD6BC-A7C5-DC57-7338-C3B4A254B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83834" y="3005949"/>
            <a:ext cx="1334669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 sz="135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4D00741-5607-75F4-983C-13D0D5C5D87B}"/>
              </a:ext>
            </a:extLst>
          </p:cNvPr>
          <p:cNvSpPr txBox="1"/>
          <p:nvPr/>
        </p:nvSpPr>
        <p:spPr>
          <a:xfrm>
            <a:off x="798722" y="1682666"/>
            <a:ext cx="4676969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350" dirty="0">
                <a:solidFill>
                  <a:srgbClr val="00B0F0"/>
                </a:solidFill>
              </a:rPr>
              <a:t>通过“用户，活动，价值”的形式，明确具体场景下的需求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A82088C-8AB1-95A3-BDD7-50034F57E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717" y="2154109"/>
            <a:ext cx="5162586" cy="470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372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DEB1D-6B98-0241-25F0-870C1410C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388301-8076-9ECC-22E5-9A307B6C1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541" y="508884"/>
            <a:ext cx="7746160" cy="981250"/>
          </a:xfrm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功能需求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C206192-20DD-9BCA-7428-4D04FA4A1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>
                <a:latin typeface="Arial" panose="020B0604020202020204" pitchFamily="34" charset="0"/>
                <a:ea typeface="黑体" panose="02010609060101010101" pitchFamily="49" charset="-122"/>
              </a:rPr>
              <a:pPr/>
              <a:t>7</a:t>
            </a:fld>
            <a:endParaRPr 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CFD17D19-85C6-2424-9088-9FB3FE1F0C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2610672"/>
              </p:ext>
            </p:extLst>
          </p:nvPr>
        </p:nvGraphicFramePr>
        <p:xfrm>
          <a:off x="7" y="1470313"/>
          <a:ext cx="8469629" cy="53678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49042">
                  <a:extLst>
                    <a:ext uri="{9D8B030D-6E8A-4147-A177-3AD203B41FA5}">
                      <a16:colId xmlns:a16="http://schemas.microsoft.com/office/drawing/2014/main" val="2047246951"/>
                    </a:ext>
                  </a:extLst>
                </a:gridCol>
                <a:gridCol w="1770229">
                  <a:extLst>
                    <a:ext uri="{9D8B030D-6E8A-4147-A177-3AD203B41FA5}">
                      <a16:colId xmlns:a16="http://schemas.microsoft.com/office/drawing/2014/main" val="1461935500"/>
                    </a:ext>
                  </a:extLst>
                </a:gridCol>
                <a:gridCol w="2816926">
                  <a:extLst>
                    <a:ext uri="{9D8B030D-6E8A-4147-A177-3AD203B41FA5}">
                      <a16:colId xmlns:a16="http://schemas.microsoft.com/office/drawing/2014/main" val="3036543665"/>
                    </a:ext>
                  </a:extLst>
                </a:gridCol>
                <a:gridCol w="2233432">
                  <a:extLst>
                    <a:ext uri="{9D8B030D-6E8A-4147-A177-3AD203B41FA5}">
                      <a16:colId xmlns:a16="http://schemas.microsoft.com/office/drawing/2014/main" val="1866190012"/>
                    </a:ext>
                  </a:extLst>
                </a:gridCol>
              </a:tblGrid>
              <a:tr h="4517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功能名称</a:t>
                      </a:r>
                      <a:endParaRPr lang="zh-CN" sz="1000" b="1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45720" marR="45720"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DDDDD"/>
                      </a:solidFill>
                      <a:prstDash val="solid"/>
                    </a:lnR>
                    <a:lnT w="12700" cmpd="sng">
                      <a:solidFill>
                        <a:srgbClr val="D14D72"/>
                      </a:solidFill>
                      <a:prstDash val="solid"/>
                    </a:lnT>
                    <a:lnB w="38100" cmpd="sng">
                      <a:solidFill>
                        <a:srgbClr val="D14D72"/>
                      </a:solidFill>
                      <a:prstDash val="solid"/>
                    </a:lnB>
                    <a:solidFill>
                      <a:srgbClr val="D14D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触发条件</a:t>
                      </a:r>
                    </a:p>
                  </a:txBody>
                  <a:tcPr marL="45720" marR="45720" anchor="ctr">
                    <a:lnL w="12700" cmpd="sng">
                      <a:solidFill>
                        <a:srgbClr val="DDDDDD"/>
                      </a:solidFill>
                      <a:prstDash val="solid"/>
                    </a:lnL>
                    <a:lnR w="12700" cmpd="sng">
                      <a:solidFill>
                        <a:srgbClr val="DDDDDD"/>
                      </a:solidFill>
                      <a:prstDash val="solid"/>
                    </a:lnR>
                    <a:lnT w="12700" cmpd="sng">
                      <a:solidFill>
                        <a:srgbClr val="D14D72"/>
                      </a:solidFill>
                      <a:prstDash val="solid"/>
                    </a:lnT>
                    <a:lnB w="38100" cmpd="sng">
                      <a:solidFill>
                        <a:srgbClr val="D14D72"/>
                      </a:solidFill>
                      <a:prstDash val="solid"/>
                    </a:lnB>
                    <a:solidFill>
                      <a:srgbClr val="D14D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处理流程</a:t>
                      </a:r>
                    </a:p>
                  </a:txBody>
                  <a:tcPr marL="45720" marR="45720" anchor="ctr">
                    <a:lnL w="12700" cmpd="sng">
                      <a:solidFill>
                        <a:srgbClr val="DDDDDD"/>
                      </a:solidFill>
                      <a:prstDash val="solid"/>
                    </a:lnL>
                    <a:lnR w="12700" cmpd="sng">
                      <a:solidFill>
                        <a:srgbClr val="DDDDDD"/>
                      </a:solidFill>
                      <a:prstDash val="solid"/>
                    </a:lnR>
                    <a:lnT w="12700" cmpd="sng">
                      <a:solidFill>
                        <a:srgbClr val="D14D72"/>
                      </a:solidFill>
                      <a:prstDash val="solid"/>
                    </a:lnT>
                    <a:lnB w="38100" cmpd="sng">
                      <a:solidFill>
                        <a:srgbClr val="D14D72"/>
                      </a:solidFill>
                      <a:prstDash val="solid"/>
                    </a:lnB>
                    <a:solidFill>
                      <a:srgbClr val="D14D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输出结果</a:t>
                      </a:r>
                    </a:p>
                  </a:txBody>
                  <a:tcPr marL="45720" marR="45720" anchor="ctr">
                    <a:lnL w="12700" cmpd="sng">
                      <a:solidFill>
                        <a:srgbClr val="DDDDDD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12700" cmpd="sng">
                      <a:solidFill>
                        <a:srgbClr val="D14D72"/>
                      </a:solidFill>
                      <a:prstDash val="solid"/>
                    </a:lnT>
                    <a:lnB w="38100" cmpd="sng">
                      <a:solidFill>
                        <a:srgbClr val="D14D72"/>
                      </a:solidFill>
                      <a:prstDash val="solid"/>
                    </a:lnB>
                    <a:solidFill>
                      <a:srgbClr val="D14D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105726"/>
                  </a:ext>
                </a:extLst>
              </a:tr>
              <a:tr h="12357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商品分类查询</a:t>
                      </a:r>
                      <a:endParaRPr lang="zh-CN" sz="1000" b="1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45720" marR="45720"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38100" cmpd="sng">
                      <a:solidFill>
                        <a:srgbClr val="D14D72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ABAB"/>
                    </a:solidFill>
                  </a:tcPr>
                </a:tc>
                <a:tc>
                  <a:txBody>
                    <a:bodyPr/>
                    <a:lstStyle/>
                    <a:p>
                      <a:pPr indent="139700"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消费者访问前端商品分类页，请求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 API </a:t>
                      </a: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网关</a:t>
                      </a:r>
                      <a:endParaRPr lang="zh-CN" sz="10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45720" marR="45720"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DDDDD"/>
                      </a:solidFill>
                      <a:prstDash val="solid"/>
                    </a:lnR>
                    <a:lnT w="38100" cmpd="sng">
                      <a:solidFill>
                        <a:srgbClr val="D14D72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EF2F4"/>
                    </a:solidFill>
                  </a:tcPr>
                </a:tc>
                <a:tc>
                  <a:txBody>
                    <a:bodyPr/>
                    <a:lstStyle/>
                    <a:p>
                      <a:pPr indent="13970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1. API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网关路由请求到商品服务；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2.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商品服务查询分类列表（含分类下商品数量）；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3.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返回分类数据。</a:t>
                      </a:r>
                    </a:p>
                  </a:txBody>
                  <a:tcPr marL="45720" marR="45720" anchor="ctr">
                    <a:lnL w="12700" cmpd="sng">
                      <a:solidFill>
                        <a:srgbClr val="DDDDDD"/>
                      </a:solidFill>
                      <a:prstDash val="solid"/>
                    </a:lnL>
                    <a:lnR w="12700" cmpd="sng">
                      <a:solidFill>
                        <a:srgbClr val="DDDDDD"/>
                      </a:solidFill>
                      <a:prstDash val="solid"/>
                    </a:lnR>
                    <a:lnT w="38100" cmpd="sng">
                      <a:solidFill>
                        <a:srgbClr val="D14D72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EF2F4"/>
                    </a:solidFill>
                  </a:tcPr>
                </a:tc>
                <a:tc>
                  <a:txBody>
                    <a:bodyPr/>
                    <a:lstStyle/>
                    <a:p>
                      <a:pPr indent="139700" algn="ctr">
                        <a:buNone/>
                      </a:pP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分类列表（分类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 ID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、名称、商品数量）</a:t>
                      </a:r>
                    </a:p>
                  </a:txBody>
                  <a:tcPr marL="45720" marR="45720" anchor="ctr">
                    <a:lnL w="12700" cmpd="sng">
                      <a:solidFill>
                        <a:srgbClr val="DDDDDD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38100" cmpd="sng">
                      <a:solidFill>
                        <a:srgbClr val="D14D72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E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051329"/>
                  </a:ext>
                </a:extLst>
              </a:tr>
              <a:tr h="15447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商品详情查询</a:t>
                      </a:r>
                    </a:p>
                  </a:txBody>
                  <a:tcPr marL="45720" marR="45720"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ABAB"/>
                    </a:solidFill>
                  </a:tcPr>
                </a:tc>
                <a:tc>
                  <a:txBody>
                    <a:bodyPr/>
                    <a:lstStyle/>
                    <a:p>
                      <a:pPr indent="139700"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消费者点击商品，请求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 API </a:t>
                      </a: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网关</a:t>
                      </a:r>
                      <a:endParaRPr lang="zh-CN" sz="10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45720" marR="45720"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DDDDD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3970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1. API </a:t>
                      </a: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网关路由请求到商品服务；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2. </a:t>
                      </a: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商品服务根据商品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 ID </a:t>
                      </a: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查询属性（名称、单价、库存、描述）；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3. </a:t>
                      </a: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返回商品详情。</a:t>
                      </a:r>
                      <a:endParaRPr lang="zh-CN" sz="10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45720" marR="45720" anchor="ctr">
                    <a:lnL w="12700" cmpd="sng">
                      <a:solidFill>
                        <a:srgbClr val="DDDDDD"/>
                      </a:solidFill>
                      <a:prstDash val="solid"/>
                    </a:lnL>
                    <a:lnR w="12700" cmpd="sng">
                      <a:solidFill>
                        <a:srgbClr val="DDDDDD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39700"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商品详情（含实时库存）</a:t>
                      </a:r>
                    </a:p>
                  </a:txBody>
                  <a:tcPr marL="45720" marR="45720" anchor="ctr">
                    <a:lnL w="12700" cmpd="sng">
                      <a:solidFill>
                        <a:srgbClr val="DDDDDD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570967"/>
                  </a:ext>
                </a:extLst>
              </a:tr>
              <a:tr h="21356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库存同步</a:t>
                      </a:r>
                    </a:p>
                  </a:txBody>
                  <a:tcPr marL="45720" marR="45720"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14D72"/>
                      </a:solidFill>
                      <a:prstDash val="solid"/>
                    </a:lnB>
                    <a:solidFill>
                      <a:srgbClr val="FFABAB"/>
                    </a:solidFill>
                  </a:tcPr>
                </a:tc>
                <a:tc>
                  <a:txBody>
                    <a:bodyPr/>
                    <a:lstStyle/>
                    <a:p>
                      <a:pPr indent="139700"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订单创建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 / </a:t>
                      </a: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取消，订单服务调用商品服务</a:t>
                      </a:r>
                    </a:p>
                  </a:txBody>
                  <a:tcPr marL="45720" marR="45720"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DDDDD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14D72"/>
                      </a:solidFill>
                      <a:prstDash val="solid"/>
                    </a:lnB>
                    <a:solidFill>
                      <a:srgbClr val="FEF2F4"/>
                    </a:solidFill>
                  </a:tcPr>
                </a:tc>
                <a:tc>
                  <a:txBody>
                    <a:bodyPr/>
                    <a:lstStyle/>
                    <a:p>
                      <a:pPr indent="13970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1. </a:t>
                      </a: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订单创建：商品服务扣减对应商品库存（需加锁防超卖）；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2. </a:t>
                      </a: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订单取消：商品服务恢复对应商品库存；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3. </a:t>
                      </a: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返回库存操作结果。</a:t>
                      </a:r>
                      <a:endParaRPr lang="zh-CN" sz="10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45720" marR="45720" anchor="ctr">
                    <a:lnL w="12700" cmpd="sng">
                      <a:solidFill>
                        <a:srgbClr val="DDDDDD"/>
                      </a:solidFill>
                      <a:prstDash val="solid"/>
                    </a:lnL>
                    <a:lnR w="12700" cmpd="sng">
                      <a:solidFill>
                        <a:srgbClr val="DDDDDD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14D72"/>
                      </a:solidFill>
                      <a:prstDash val="solid"/>
                    </a:lnB>
                    <a:solidFill>
                      <a:srgbClr val="FEF2F4"/>
                    </a:solidFill>
                  </a:tcPr>
                </a:tc>
                <a:tc>
                  <a:txBody>
                    <a:bodyPr/>
                    <a:lstStyle/>
                    <a:p>
                      <a:pPr indent="139700" algn="ctr">
                        <a:buNone/>
                      </a:pP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库存操作成功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 /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失败标识、当前库存</a:t>
                      </a:r>
                    </a:p>
                  </a:txBody>
                  <a:tcPr marL="45720" marR="45720" anchor="ctr">
                    <a:lnL w="12700" cmpd="sng">
                      <a:solidFill>
                        <a:srgbClr val="DDDDDD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14D72"/>
                      </a:solidFill>
                      <a:prstDash val="solid"/>
                    </a:lnB>
                    <a:solidFill>
                      <a:srgbClr val="FE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098371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CAB19E58-FA3E-4D4C-63F2-BDBBD58CC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726" y="1152831"/>
            <a:ext cx="1872629" cy="2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397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zh-CN" sz="1300" b="1" dirty="0">
                <a:solidFill>
                  <a:srgbClr val="00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（一）商品服务功能 </a:t>
            </a:r>
            <a:endParaRPr lang="zh-CN" altLang="zh-CN" dirty="0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8564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6A330-B3AB-B5E0-8C36-317EE8706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1C0D-773B-7406-C6B5-8603A349D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541" y="508884"/>
            <a:ext cx="7746160" cy="981250"/>
          </a:xfrm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功能需求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2E113A-6C5E-490F-06ED-BCADBB088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>
                <a:latin typeface="Arial" panose="020B0604020202020204" pitchFamily="34" charset="0"/>
                <a:ea typeface="黑体" panose="02010609060101010101" pitchFamily="49" charset="-122"/>
              </a:rPr>
              <a:pPr/>
              <a:t>8</a:t>
            </a:fld>
            <a:endParaRPr 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10" name="内容占位符 9">
            <a:extLst>
              <a:ext uri="{FF2B5EF4-FFF2-40B4-BE49-F238E27FC236}">
                <a16:creationId xmlns:a16="http://schemas.microsoft.com/office/drawing/2014/main" id="{E137EE14-C1DA-8391-142B-8457F1CE53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6363407"/>
              </p:ext>
            </p:extLst>
          </p:nvPr>
        </p:nvGraphicFramePr>
        <p:xfrm>
          <a:off x="6" y="1490136"/>
          <a:ext cx="8469631" cy="53678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49164">
                  <a:extLst>
                    <a:ext uri="{9D8B030D-6E8A-4147-A177-3AD203B41FA5}">
                      <a16:colId xmlns:a16="http://schemas.microsoft.com/office/drawing/2014/main" val="365436354"/>
                    </a:ext>
                  </a:extLst>
                </a:gridCol>
                <a:gridCol w="1770586">
                  <a:extLst>
                    <a:ext uri="{9D8B030D-6E8A-4147-A177-3AD203B41FA5}">
                      <a16:colId xmlns:a16="http://schemas.microsoft.com/office/drawing/2014/main" val="1040135514"/>
                    </a:ext>
                  </a:extLst>
                </a:gridCol>
                <a:gridCol w="2817170">
                  <a:extLst>
                    <a:ext uri="{9D8B030D-6E8A-4147-A177-3AD203B41FA5}">
                      <a16:colId xmlns:a16="http://schemas.microsoft.com/office/drawing/2014/main" val="1493873218"/>
                    </a:ext>
                  </a:extLst>
                </a:gridCol>
                <a:gridCol w="2232713">
                  <a:extLst>
                    <a:ext uri="{9D8B030D-6E8A-4147-A177-3AD203B41FA5}">
                      <a16:colId xmlns:a16="http://schemas.microsoft.com/office/drawing/2014/main" val="472735100"/>
                    </a:ext>
                  </a:extLst>
                </a:gridCol>
              </a:tblGrid>
              <a:tr h="3139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功能名称</a:t>
                      </a:r>
                    </a:p>
                  </a:txBody>
                  <a:tcPr marL="45720" marR="45720"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DDDDD"/>
                      </a:solidFill>
                      <a:prstDash val="solid"/>
                    </a:lnR>
                    <a:lnT w="12700" cmpd="sng">
                      <a:solidFill>
                        <a:srgbClr val="D14D72"/>
                      </a:solidFill>
                      <a:prstDash val="solid"/>
                    </a:lnT>
                    <a:lnB w="38100" cmpd="sng">
                      <a:solidFill>
                        <a:srgbClr val="D14D72"/>
                      </a:solidFill>
                      <a:prstDash val="solid"/>
                    </a:lnB>
                    <a:solidFill>
                      <a:srgbClr val="D14D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触发条件</a:t>
                      </a:r>
                    </a:p>
                  </a:txBody>
                  <a:tcPr marL="45720" marR="45720" anchor="ctr">
                    <a:lnL w="12700" cmpd="sng">
                      <a:solidFill>
                        <a:srgbClr val="DDDDDD"/>
                      </a:solidFill>
                      <a:prstDash val="solid"/>
                    </a:lnL>
                    <a:lnR w="12700" cmpd="sng">
                      <a:solidFill>
                        <a:srgbClr val="DDDDDD"/>
                      </a:solidFill>
                      <a:prstDash val="solid"/>
                    </a:lnR>
                    <a:lnT w="12700" cmpd="sng">
                      <a:solidFill>
                        <a:srgbClr val="D14D72"/>
                      </a:solidFill>
                      <a:prstDash val="solid"/>
                    </a:lnT>
                    <a:lnB w="38100" cmpd="sng">
                      <a:solidFill>
                        <a:srgbClr val="D14D72"/>
                      </a:solidFill>
                      <a:prstDash val="solid"/>
                    </a:lnB>
                    <a:solidFill>
                      <a:srgbClr val="D14D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处理流程</a:t>
                      </a:r>
                    </a:p>
                  </a:txBody>
                  <a:tcPr marL="45720" marR="45720" anchor="ctr">
                    <a:lnL w="12700" cmpd="sng">
                      <a:solidFill>
                        <a:srgbClr val="DDDDDD"/>
                      </a:solidFill>
                      <a:prstDash val="solid"/>
                    </a:lnL>
                    <a:lnR w="12700" cmpd="sng">
                      <a:solidFill>
                        <a:srgbClr val="DDDDDD"/>
                      </a:solidFill>
                      <a:prstDash val="solid"/>
                    </a:lnR>
                    <a:lnT w="12700" cmpd="sng">
                      <a:solidFill>
                        <a:srgbClr val="D14D72"/>
                      </a:solidFill>
                      <a:prstDash val="solid"/>
                    </a:lnT>
                    <a:lnB w="38100" cmpd="sng">
                      <a:solidFill>
                        <a:srgbClr val="D14D72"/>
                      </a:solidFill>
                      <a:prstDash val="solid"/>
                    </a:lnB>
                    <a:solidFill>
                      <a:srgbClr val="D14D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输出结果</a:t>
                      </a:r>
                    </a:p>
                  </a:txBody>
                  <a:tcPr marL="45720" marR="45720" anchor="ctr">
                    <a:lnL w="12700" cmpd="sng">
                      <a:solidFill>
                        <a:srgbClr val="DDDDDD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12700" cmpd="sng">
                      <a:solidFill>
                        <a:srgbClr val="D14D72"/>
                      </a:solidFill>
                      <a:prstDash val="solid"/>
                    </a:lnT>
                    <a:lnB w="38100" cmpd="sng">
                      <a:solidFill>
                        <a:srgbClr val="D14D72"/>
                      </a:solidFill>
                      <a:prstDash val="solid"/>
                    </a:lnB>
                    <a:solidFill>
                      <a:srgbClr val="D14D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5862993"/>
                  </a:ext>
                </a:extLst>
              </a:tr>
              <a:tr h="18836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商品添加到购物车</a:t>
                      </a:r>
                    </a:p>
                  </a:txBody>
                  <a:tcPr marL="45720" marR="45720"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38100" cmpd="sng">
                      <a:solidFill>
                        <a:srgbClr val="D14D72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A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消费者点击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 “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加入购物车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”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，请求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 API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网关</a:t>
                      </a:r>
                    </a:p>
                  </a:txBody>
                  <a:tcPr marL="45720" marR="45720"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DDDDD"/>
                      </a:solidFill>
                      <a:prstDash val="solid"/>
                    </a:lnR>
                    <a:lnT w="38100" cmpd="sng">
                      <a:solidFill>
                        <a:srgbClr val="D14D72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EF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1. API </a:t>
                      </a: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网关路由请求到购物车服务；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2. </a:t>
                      </a: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购物车服务查询商品实时库存（调用商品服务）；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3. </a:t>
                      </a: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库存充足则添加购物车项，否则返回库存不足；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4. </a:t>
                      </a: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返回购物车数据。</a:t>
                      </a:r>
                    </a:p>
                  </a:txBody>
                  <a:tcPr marL="45720" marR="45720" anchor="ctr">
                    <a:lnL w="12700" cmpd="sng">
                      <a:solidFill>
                        <a:srgbClr val="DDDDDD"/>
                      </a:solidFill>
                      <a:prstDash val="solid"/>
                    </a:lnL>
                    <a:lnR w="12700" cmpd="sng">
                      <a:solidFill>
                        <a:srgbClr val="DDDDDD"/>
                      </a:solidFill>
                      <a:prstDash val="solid"/>
                    </a:lnR>
                    <a:lnT w="38100" cmpd="sng">
                      <a:solidFill>
                        <a:srgbClr val="D14D72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EF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购物车列表（含新添加项）、库存不足提示（若有）</a:t>
                      </a:r>
                    </a:p>
                  </a:txBody>
                  <a:tcPr marL="45720" marR="45720" anchor="ctr">
                    <a:lnL w="12700" cmpd="sng">
                      <a:solidFill>
                        <a:srgbClr val="DDDDDD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38100" cmpd="sng">
                      <a:solidFill>
                        <a:srgbClr val="D14D72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E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071601"/>
                  </a:ext>
                </a:extLst>
              </a:tr>
              <a:tr h="15696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购物车商品数量调整</a:t>
                      </a:r>
                    </a:p>
                  </a:txBody>
                  <a:tcPr marL="45720" marR="45720"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A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消费者修改购物车商品数量，请求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 API </a:t>
                      </a: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网关</a:t>
                      </a:r>
                    </a:p>
                  </a:txBody>
                  <a:tcPr marL="45720" marR="45720"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DDDDD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1. API </a:t>
                      </a: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网关路由请求到购物车服务；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2. </a:t>
                      </a: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购物车服务校验新数量（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≥1</a:t>
                      </a: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）；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3. </a:t>
                      </a: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调整数量并重新计算该商品小计；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4. </a:t>
                      </a: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返回更新后的购物车数据（含总价）。</a:t>
                      </a:r>
                    </a:p>
                  </a:txBody>
                  <a:tcPr marL="45720" marR="45720" anchor="ctr">
                    <a:lnL w="12700" cmpd="sng">
                      <a:solidFill>
                        <a:srgbClr val="DDDDDD"/>
                      </a:solidFill>
                      <a:prstDash val="solid"/>
                    </a:lnL>
                    <a:lnR w="12700" cmpd="sng">
                      <a:solidFill>
                        <a:srgbClr val="DDDDDD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更新后的购物车列表、实时总价</a:t>
                      </a:r>
                    </a:p>
                  </a:txBody>
                  <a:tcPr marL="45720" marR="45720" anchor="ctr">
                    <a:lnL w="12700" cmpd="sng">
                      <a:solidFill>
                        <a:srgbClr val="DDDDDD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961643"/>
                  </a:ext>
                </a:extLst>
              </a:tr>
              <a:tr h="16006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购物车数据查询</a:t>
                      </a:r>
                    </a:p>
                  </a:txBody>
                  <a:tcPr marL="45720" marR="45720"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14D72"/>
                      </a:solidFill>
                      <a:prstDash val="solid"/>
                    </a:lnB>
                    <a:solidFill>
                      <a:srgbClr val="FFA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消费者访问购物车页，请求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 API </a:t>
                      </a: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网关</a:t>
                      </a:r>
                    </a:p>
                  </a:txBody>
                  <a:tcPr marL="45720" marR="45720"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DDDDD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14D72"/>
                      </a:solidFill>
                      <a:prstDash val="solid"/>
                    </a:lnB>
                    <a:solidFill>
                      <a:srgbClr val="FEF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1. API </a:t>
                      </a: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网关路由请求到购物车服务；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2. </a:t>
                      </a: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购物车服务查询用户对应的购物车项（含商品名称、单价、数量）；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3. </a:t>
                      </a: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计算购物车总价；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4. </a:t>
                      </a: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返回购物车数据。</a:t>
                      </a:r>
                    </a:p>
                  </a:txBody>
                  <a:tcPr marL="45720" marR="45720" anchor="ctr">
                    <a:lnL w="12700" cmpd="sng">
                      <a:solidFill>
                        <a:srgbClr val="DDDDDD"/>
                      </a:solidFill>
                      <a:prstDash val="solid"/>
                    </a:lnL>
                    <a:lnR w="12700" cmpd="sng">
                      <a:solidFill>
                        <a:srgbClr val="DDDDDD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14D72"/>
                      </a:solidFill>
                      <a:prstDash val="solid"/>
                    </a:lnB>
                    <a:solidFill>
                      <a:srgbClr val="FEF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购物车列表、总价</a:t>
                      </a:r>
                    </a:p>
                  </a:txBody>
                  <a:tcPr marL="45720" marR="45720" anchor="ctr">
                    <a:lnL w="12700" cmpd="sng">
                      <a:solidFill>
                        <a:srgbClr val="DDDDDD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14D72"/>
                      </a:solidFill>
                      <a:prstDash val="solid"/>
                    </a:lnB>
                    <a:solidFill>
                      <a:srgbClr val="FE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228308"/>
                  </a:ext>
                </a:extLst>
              </a:tr>
            </a:tbl>
          </a:graphicData>
        </a:graphic>
      </p:graphicFrame>
      <p:sp>
        <p:nvSpPr>
          <p:cNvPr id="11" name="Rectangle 1">
            <a:extLst>
              <a:ext uri="{FF2B5EF4-FFF2-40B4-BE49-F238E27FC236}">
                <a16:creationId xmlns:a16="http://schemas.microsoft.com/office/drawing/2014/main" id="{3F4F68D1-0E40-200E-F7D4-085921D41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540" y="1067952"/>
            <a:ext cx="11045046" cy="2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300" b="1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（二）购物车服务功能</a:t>
            </a:r>
            <a:endParaRPr lang="zh-CN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08884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7C036-A3D3-DA4A-A698-96E766D05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B0B592-FDA4-66D4-734B-8DCF53714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541" y="508884"/>
            <a:ext cx="7746160" cy="981250"/>
          </a:xfrm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功能需求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2DABE34-63E2-E35C-3ED4-2AD3DE688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>
                <a:latin typeface="Arial" panose="020B0604020202020204" pitchFamily="34" charset="0"/>
                <a:ea typeface="黑体" panose="02010609060101010101" pitchFamily="49" charset="-122"/>
              </a:rPr>
              <a:pPr/>
              <a:t>9</a:t>
            </a:fld>
            <a:endParaRPr 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1B23EBAC-E2BB-F68D-C8D2-B2242C3578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0867916"/>
              </p:ext>
            </p:extLst>
          </p:nvPr>
        </p:nvGraphicFramePr>
        <p:xfrm>
          <a:off x="7" y="1490143"/>
          <a:ext cx="8469629" cy="53678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49716">
                  <a:extLst>
                    <a:ext uri="{9D8B030D-6E8A-4147-A177-3AD203B41FA5}">
                      <a16:colId xmlns:a16="http://schemas.microsoft.com/office/drawing/2014/main" val="1217458881"/>
                    </a:ext>
                  </a:extLst>
                </a:gridCol>
                <a:gridCol w="1770206">
                  <a:extLst>
                    <a:ext uri="{9D8B030D-6E8A-4147-A177-3AD203B41FA5}">
                      <a16:colId xmlns:a16="http://schemas.microsoft.com/office/drawing/2014/main" val="3280520713"/>
                    </a:ext>
                  </a:extLst>
                </a:gridCol>
                <a:gridCol w="2816566">
                  <a:extLst>
                    <a:ext uri="{9D8B030D-6E8A-4147-A177-3AD203B41FA5}">
                      <a16:colId xmlns:a16="http://schemas.microsoft.com/office/drawing/2014/main" val="1557298561"/>
                    </a:ext>
                  </a:extLst>
                </a:gridCol>
                <a:gridCol w="2233141">
                  <a:extLst>
                    <a:ext uri="{9D8B030D-6E8A-4147-A177-3AD203B41FA5}">
                      <a16:colId xmlns:a16="http://schemas.microsoft.com/office/drawing/2014/main" val="2349826028"/>
                    </a:ext>
                  </a:extLst>
                </a:gridCol>
              </a:tblGrid>
              <a:tr h="2624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功能名称</a:t>
                      </a:r>
                    </a:p>
                  </a:txBody>
                  <a:tcPr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DDDDD"/>
                      </a:solidFill>
                      <a:prstDash val="solid"/>
                    </a:lnR>
                    <a:lnT w="12700" cmpd="sng">
                      <a:solidFill>
                        <a:srgbClr val="D14D72"/>
                      </a:solidFill>
                      <a:prstDash val="solid"/>
                    </a:lnT>
                    <a:lnB w="38100" cmpd="sng">
                      <a:solidFill>
                        <a:srgbClr val="D14D72"/>
                      </a:solidFill>
                      <a:prstDash val="solid"/>
                    </a:lnB>
                    <a:solidFill>
                      <a:srgbClr val="D14D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触发条件</a:t>
                      </a:r>
                    </a:p>
                  </a:txBody>
                  <a:tcPr anchor="ctr">
                    <a:lnL w="12700" cmpd="sng">
                      <a:solidFill>
                        <a:srgbClr val="DDDDDD"/>
                      </a:solidFill>
                      <a:prstDash val="solid"/>
                    </a:lnL>
                    <a:lnR w="12700" cmpd="sng">
                      <a:solidFill>
                        <a:srgbClr val="DDDDDD"/>
                      </a:solidFill>
                      <a:prstDash val="solid"/>
                    </a:lnR>
                    <a:lnT w="12700" cmpd="sng">
                      <a:solidFill>
                        <a:srgbClr val="D14D72"/>
                      </a:solidFill>
                      <a:prstDash val="solid"/>
                    </a:lnT>
                    <a:lnB w="38100" cmpd="sng">
                      <a:solidFill>
                        <a:srgbClr val="D14D72"/>
                      </a:solidFill>
                      <a:prstDash val="solid"/>
                    </a:lnB>
                    <a:solidFill>
                      <a:srgbClr val="D14D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处理流程（含分布式事务）</a:t>
                      </a:r>
                    </a:p>
                  </a:txBody>
                  <a:tcPr anchor="ctr">
                    <a:lnL w="12700" cmpd="sng">
                      <a:solidFill>
                        <a:srgbClr val="DDDDDD"/>
                      </a:solidFill>
                      <a:prstDash val="solid"/>
                    </a:lnL>
                    <a:lnR w="12700" cmpd="sng">
                      <a:solidFill>
                        <a:srgbClr val="DDDDDD"/>
                      </a:solidFill>
                      <a:prstDash val="solid"/>
                    </a:lnR>
                    <a:lnT w="12700" cmpd="sng">
                      <a:solidFill>
                        <a:srgbClr val="D14D72"/>
                      </a:solidFill>
                      <a:prstDash val="solid"/>
                    </a:lnT>
                    <a:lnB w="38100" cmpd="sng">
                      <a:solidFill>
                        <a:srgbClr val="D14D72"/>
                      </a:solidFill>
                      <a:prstDash val="solid"/>
                    </a:lnB>
                    <a:solidFill>
                      <a:srgbClr val="D14D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输出结果</a:t>
                      </a:r>
                    </a:p>
                  </a:txBody>
                  <a:tcPr anchor="ctr">
                    <a:lnL w="12700" cmpd="sng">
                      <a:solidFill>
                        <a:srgbClr val="DDDDDD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12700" cmpd="sng">
                      <a:solidFill>
                        <a:srgbClr val="D14D72"/>
                      </a:solidFill>
                      <a:prstDash val="solid"/>
                    </a:lnT>
                    <a:lnB w="38100" cmpd="sng">
                      <a:solidFill>
                        <a:srgbClr val="D14D72"/>
                      </a:solidFill>
                      <a:prstDash val="solid"/>
                    </a:lnB>
                    <a:solidFill>
                      <a:srgbClr val="D14D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486316"/>
                  </a:ext>
                </a:extLst>
              </a:tr>
              <a:tr h="19449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订单创建</a:t>
                      </a:r>
                    </a:p>
                  </a:txBody>
                  <a:tcPr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38100" cmpd="sng">
                      <a:solidFill>
                        <a:srgbClr val="D14D72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ABAB"/>
                    </a:solidFill>
                  </a:tcPr>
                </a:tc>
                <a:tc>
                  <a:txBody>
                    <a:bodyPr/>
                    <a:lstStyle/>
                    <a:p>
                      <a:pPr indent="139700" algn="ctr">
                        <a:buNone/>
                      </a:pP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消费者提交购物车订单，请求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 API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网关</a:t>
                      </a:r>
                    </a:p>
                  </a:txBody>
                  <a:tcPr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DDDDD"/>
                      </a:solidFill>
                      <a:prstDash val="solid"/>
                    </a:lnR>
                    <a:lnT w="38100" cmpd="sng">
                      <a:solidFill>
                        <a:srgbClr val="D14D72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EF2F4"/>
                    </a:solidFill>
                  </a:tcPr>
                </a:tc>
                <a:tc>
                  <a:txBody>
                    <a:bodyPr/>
                    <a:lstStyle/>
                    <a:p>
                      <a:pPr indent="13970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1. API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网关路由请求到订单服务；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2.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订单服务调用购物车服务获取选中商品；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3.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调用商品服务校验并扣减库存；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4.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生成订单（分布式事务：若库存扣减失败则回滚订单创建）；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5.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调用支付集成服务生成支付链接。</a:t>
                      </a:r>
                    </a:p>
                  </a:txBody>
                  <a:tcPr anchor="ctr">
                    <a:lnL w="12700" cmpd="sng">
                      <a:solidFill>
                        <a:srgbClr val="DDDDDD"/>
                      </a:solidFill>
                      <a:prstDash val="solid"/>
                    </a:lnL>
                    <a:lnR w="12700" cmpd="sng">
                      <a:solidFill>
                        <a:srgbClr val="DDDDDD"/>
                      </a:solidFill>
                      <a:prstDash val="solid"/>
                    </a:lnR>
                    <a:lnT w="38100" cmpd="sng">
                      <a:solidFill>
                        <a:srgbClr val="D14D72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EF2F4"/>
                    </a:solidFill>
                  </a:tcPr>
                </a:tc>
                <a:tc>
                  <a:txBody>
                    <a:bodyPr/>
                    <a:lstStyle/>
                    <a:p>
                      <a:pPr indent="139700"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订单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 ID</a:t>
                      </a: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、支付链接、订单状态（待支付）</a:t>
                      </a:r>
                    </a:p>
                  </a:txBody>
                  <a:tcPr anchor="ctr">
                    <a:lnL w="12700" cmpd="sng">
                      <a:solidFill>
                        <a:srgbClr val="DDDDDD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38100" cmpd="sng">
                      <a:solidFill>
                        <a:srgbClr val="D14D72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E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0251253"/>
                  </a:ext>
                </a:extLst>
              </a:tr>
              <a:tr h="14586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订单查询</a:t>
                      </a:r>
                    </a:p>
                  </a:txBody>
                  <a:tcPr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ABAB"/>
                    </a:solidFill>
                  </a:tcPr>
                </a:tc>
                <a:tc>
                  <a:txBody>
                    <a:bodyPr/>
                    <a:lstStyle/>
                    <a:p>
                      <a:pPr indent="139700" algn="ctr">
                        <a:buNone/>
                      </a:pP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消费者访问订单列表页，请求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 API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网关</a:t>
                      </a:r>
                    </a:p>
                  </a:txBody>
                  <a:tcPr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DDDDD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3970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1. API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网关路由请求到订单服务；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2.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订单服务查询用户对应的订单列表（按创建时间倒序）；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3.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补充订单状态（待支付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 /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已支付等）；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4.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返回订单列表。</a:t>
                      </a:r>
                    </a:p>
                  </a:txBody>
                  <a:tcPr anchor="ctr">
                    <a:lnL w="12700" cmpd="sng">
                      <a:solidFill>
                        <a:srgbClr val="DDDDDD"/>
                      </a:solidFill>
                      <a:prstDash val="solid"/>
                    </a:lnL>
                    <a:lnR w="12700" cmpd="sng">
                      <a:solidFill>
                        <a:srgbClr val="DDDDDD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39700"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订单列表（含商品、金额、状态）</a:t>
                      </a:r>
                    </a:p>
                  </a:txBody>
                  <a:tcPr anchor="ctr">
                    <a:lnL w="12700" cmpd="sng">
                      <a:solidFill>
                        <a:srgbClr val="DDDDDD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2752149"/>
                  </a:ext>
                </a:extLst>
              </a:tr>
              <a:tr h="17018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订单取消</a:t>
                      </a:r>
                    </a:p>
                  </a:txBody>
                  <a:tcPr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14D72"/>
                      </a:solidFill>
                      <a:prstDash val="solid"/>
                    </a:lnB>
                    <a:solidFill>
                      <a:srgbClr val="FFABAB"/>
                    </a:solidFill>
                  </a:tcPr>
                </a:tc>
                <a:tc>
                  <a:txBody>
                    <a:bodyPr/>
                    <a:lstStyle/>
                    <a:p>
                      <a:pPr indent="139700"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消费者取消待支付订单，请求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 API </a:t>
                      </a: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网关</a:t>
                      </a:r>
                    </a:p>
                  </a:txBody>
                  <a:tcPr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DDDDD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14D72"/>
                      </a:solidFill>
                      <a:prstDash val="solid"/>
                    </a:lnB>
                    <a:solidFill>
                      <a:srgbClr val="FEF2F4"/>
                    </a:solidFill>
                  </a:tcPr>
                </a:tc>
                <a:tc>
                  <a:txBody>
                    <a:bodyPr/>
                    <a:lstStyle/>
                    <a:p>
                      <a:pPr indent="13970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1. API </a:t>
                      </a: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网关路由请求到订单服务；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2. </a:t>
                      </a: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订单服务校验订单状态（仅待支付可取消）；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3. </a:t>
                      </a: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更新订单状态为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 “</a:t>
                      </a: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已取消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”</a:t>
                      </a: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；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4. </a:t>
                      </a: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调用商品服务恢复库存（分布式事务：若库存恢复失败则回滚订单取消）。</a:t>
                      </a:r>
                    </a:p>
                  </a:txBody>
                  <a:tcPr anchor="ctr">
                    <a:lnL w="12700" cmpd="sng">
                      <a:solidFill>
                        <a:srgbClr val="DDDDDD"/>
                      </a:solidFill>
                      <a:prstDash val="solid"/>
                    </a:lnL>
                    <a:lnR w="12700" cmpd="sng">
                      <a:solidFill>
                        <a:srgbClr val="DDDDDD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14D72"/>
                      </a:solidFill>
                      <a:prstDash val="solid"/>
                    </a:lnB>
                    <a:solidFill>
                      <a:srgbClr val="FEF2F4"/>
                    </a:solidFill>
                  </a:tcPr>
                </a:tc>
                <a:tc>
                  <a:txBody>
                    <a:bodyPr/>
                    <a:lstStyle/>
                    <a:p>
                      <a:pPr indent="139700" algn="ctr">
                        <a:buNone/>
                      </a:pP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订单取消成功标识、更新后订单状态</a:t>
                      </a:r>
                    </a:p>
                  </a:txBody>
                  <a:tcPr anchor="ctr">
                    <a:lnL w="12700" cmpd="sng">
                      <a:solidFill>
                        <a:srgbClr val="DDDDDD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14D72"/>
                      </a:solidFill>
                      <a:prstDash val="solid"/>
                    </a:lnB>
                    <a:solidFill>
                      <a:srgbClr val="FE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9437945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C32683DA-E0EF-9E9F-AEC0-0BD9750C0E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397" y="1065588"/>
            <a:ext cx="11043662" cy="2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397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zh-CN" sz="1300" b="1" dirty="0">
                <a:solidFill>
                  <a:srgbClr val="00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（三）订单服务功能</a:t>
            </a:r>
            <a:endParaRPr lang="zh-CN" altLang="zh-CN" dirty="0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77436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5F7C8-259F-E746-864E-6614169DE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6F30B4-AC89-FC38-706C-418375784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541" y="508884"/>
            <a:ext cx="7746160" cy="981250"/>
          </a:xfrm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功能需求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D682D88-1C79-15F6-6E10-D8B2FF3E5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>
                <a:latin typeface="Arial" panose="020B0604020202020204" pitchFamily="34" charset="0"/>
                <a:ea typeface="黑体" panose="02010609060101010101" pitchFamily="49" charset="-122"/>
              </a:rPr>
              <a:pPr/>
              <a:t>10</a:t>
            </a:fld>
            <a:endParaRPr 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8" name="内容占位符 7">
            <a:extLst>
              <a:ext uri="{FF2B5EF4-FFF2-40B4-BE49-F238E27FC236}">
                <a16:creationId xmlns:a16="http://schemas.microsoft.com/office/drawing/2014/main" id="{41F3CDF9-F387-D0E7-24A8-FE6029B925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2887852"/>
              </p:ext>
            </p:extLst>
          </p:nvPr>
        </p:nvGraphicFramePr>
        <p:xfrm>
          <a:off x="6" y="1490140"/>
          <a:ext cx="8469631" cy="53678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49630">
                  <a:extLst>
                    <a:ext uri="{9D8B030D-6E8A-4147-A177-3AD203B41FA5}">
                      <a16:colId xmlns:a16="http://schemas.microsoft.com/office/drawing/2014/main" val="934831366"/>
                    </a:ext>
                  </a:extLst>
                </a:gridCol>
                <a:gridCol w="1770020">
                  <a:extLst>
                    <a:ext uri="{9D8B030D-6E8A-4147-A177-3AD203B41FA5}">
                      <a16:colId xmlns:a16="http://schemas.microsoft.com/office/drawing/2014/main" val="1596131375"/>
                    </a:ext>
                  </a:extLst>
                </a:gridCol>
                <a:gridCol w="2816777">
                  <a:extLst>
                    <a:ext uri="{9D8B030D-6E8A-4147-A177-3AD203B41FA5}">
                      <a16:colId xmlns:a16="http://schemas.microsoft.com/office/drawing/2014/main" val="2604950450"/>
                    </a:ext>
                  </a:extLst>
                </a:gridCol>
                <a:gridCol w="2233204">
                  <a:extLst>
                    <a:ext uri="{9D8B030D-6E8A-4147-A177-3AD203B41FA5}">
                      <a16:colId xmlns:a16="http://schemas.microsoft.com/office/drawing/2014/main" val="2952863064"/>
                    </a:ext>
                  </a:extLst>
                </a:gridCol>
              </a:tblGrid>
              <a:tr h="4316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功能名称</a:t>
                      </a:r>
                    </a:p>
                  </a:txBody>
                  <a:tcPr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DDDDD"/>
                      </a:solidFill>
                      <a:prstDash val="solid"/>
                    </a:lnR>
                    <a:lnT w="12700" cmpd="sng">
                      <a:solidFill>
                        <a:srgbClr val="D14D72"/>
                      </a:solidFill>
                      <a:prstDash val="solid"/>
                    </a:lnT>
                    <a:lnB w="38100" cmpd="sng">
                      <a:solidFill>
                        <a:srgbClr val="D14D72"/>
                      </a:solidFill>
                      <a:prstDash val="solid"/>
                    </a:lnB>
                    <a:solidFill>
                      <a:srgbClr val="D14D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触发条件</a:t>
                      </a:r>
                    </a:p>
                  </a:txBody>
                  <a:tcPr anchor="ctr">
                    <a:lnL w="12700" cmpd="sng">
                      <a:solidFill>
                        <a:srgbClr val="DDDDDD"/>
                      </a:solidFill>
                      <a:prstDash val="solid"/>
                    </a:lnL>
                    <a:lnR w="12700" cmpd="sng">
                      <a:solidFill>
                        <a:srgbClr val="DDDDDD"/>
                      </a:solidFill>
                      <a:prstDash val="solid"/>
                    </a:lnR>
                    <a:lnT w="12700" cmpd="sng">
                      <a:solidFill>
                        <a:srgbClr val="D14D72"/>
                      </a:solidFill>
                      <a:prstDash val="solid"/>
                    </a:lnT>
                    <a:lnB w="38100" cmpd="sng">
                      <a:solidFill>
                        <a:srgbClr val="D14D72"/>
                      </a:solidFill>
                      <a:prstDash val="solid"/>
                    </a:lnB>
                    <a:solidFill>
                      <a:srgbClr val="D14D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处理流程</a:t>
                      </a:r>
                    </a:p>
                  </a:txBody>
                  <a:tcPr anchor="ctr">
                    <a:lnL w="12700" cmpd="sng">
                      <a:solidFill>
                        <a:srgbClr val="DDDDDD"/>
                      </a:solidFill>
                      <a:prstDash val="solid"/>
                    </a:lnL>
                    <a:lnR w="12700" cmpd="sng">
                      <a:solidFill>
                        <a:srgbClr val="DDDDDD"/>
                      </a:solidFill>
                      <a:prstDash val="solid"/>
                    </a:lnR>
                    <a:lnT w="12700" cmpd="sng">
                      <a:solidFill>
                        <a:srgbClr val="D14D72"/>
                      </a:solidFill>
                      <a:prstDash val="solid"/>
                    </a:lnT>
                    <a:lnB w="38100" cmpd="sng">
                      <a:solidFill>
                        <a:srgbClr val="D14D72"/>
                      </a:solidFill>
                      <a:prstDash val="solid"/>
                    </a:lnB>
                    <a:solidFill>
                      <a:srgbClr val="D14D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输出结果</a:t>
                      </a:r>
                    </a:p>
                  </a:txBody>
                  <a:tcPr anchor="ctr">
                    <a:lnL w="12700" cmpd="sng">
                      <a:solidFill>
                        <a:srgbClr val="DDDDDD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12700" cmpd="sng">
                      <a:solidFill>
                        <a:srgbClr val="D14D72"/>
                      </a:solidFill>
                      <a:prstDash val="solid"/>
                    </a:lnT>
                    <a:lnB w="38100" cmpd="sng">
                      <a:solidFill>
                        <a:srgbClr val="D14D72"/>
                      </a:solidFill>
                      <a:prstDash val="solid"/>
                    </a:lnB>
                    <a:solidFill>
                      <a:srgbClr val="D14D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229428"/>
                  </a:ext>
                </a:extLst>
              </a:tr>
              <a:tr h="15426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支付链接生成</a:t>
                      </a:r>
                    </a:p>
                  </a:txBody>
                  <a:tcPr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38100" cmpd="sng">
                      <a:solidFill>
                        <a:srgbClr val="D14D72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ABAB"/>
                    </a:solidFill>
                  </a:tcPr>
                </a:tc>
                <a:tc>
                  <a:txBody>
                    <a:bodyPr/>
                    <a:lstStyle/>
                    <a:p>
                      <a:pPr indent="139700" algn="ctr">
                        <a:buNone/>
                      </a:pP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订单创建后，订单服务调用支付集成服务</a:t>
                      </a:r>
                    </a:p>
                  </a:txBody>
                  <a:tcPr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DDDDD"/>
                      </a:solidFill>
                      <a:prstDash val="solid"/>
                    </a:lnR>
                    <a:lnT w="38100" cmpd="sng">
                      <a:solidFill>
                        <a:srgbClr val="D14D72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EF2F4"/>
                    </a:solidFill>
                  </a:tcPr>
                </a:tc>
                <a:tc>
                  <a:txBody>
                    <a:bodyPr/>
                    <a:lstStyle/>
                    <a:p>
                      <a:pPr indent="13970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1.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支付集成服务接收订单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 ID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、金额、支付渠道；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2.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调用第三方支付服务商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 API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生成支付链接；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3.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存储支付记录（状态：待确认）；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4.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返回支付链接。</a:t>
                      </a:r>
                    </a:p>
                  </a:txBody>
                  <a:tcPr anchor="ctr">
                    <a:lnL w="12700" cmpd="sng">
                      <a:solidFill>
                        <a:srgbClr val="DDDDDD"/>
                      </a:solidFill>
                      <a:prstDash val="solid"/>
                    </a:lnL>
                    <a:lnR w="12700" cmpd="sng">
                      <a:solidFill>
                        <a:srgbClr val="DDDDDD"/>
                      </a:solidFill>
                      <a:prstDash val="solid"/>
                    </a:lnR>
                    <a:lnT w="38100" cmpd="sng">
                      <a:solidFill>
                        <a:srgbClr val="D14D72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EF2F4"/>
                    </a:solidFill>
                  </a:tcPr>
                </a:tc>
                <a:tc>
                  <a:txBody>
                    <a:bodyPr/>
                    <a:lstStyle/>
                    <a:p>
                      <a:pPr indent="139700" algn="ctr">
                        <a:buNone/>
                      </a:pP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支付链接、支付记录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 ID</a:t>
                      </a:r>
                      <a:endParaRPr lang="zh-CN" sz="10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mpd="sng">
                      <a:solidFill>
                        <a:srgbClr val="DDDDDD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38100" cmpd="sng">
                      <a:solidFill>
                        <a:srgbClr val="D14D72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E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261679"/>
                  </a:ext>
                </a:extLst>
              </a:tr>
              <a:tr h="15426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支付状态同步</a:t>
                      </a:r>
                    </a:p>
                  </a:txBody>
                  <a:tcPr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ABAB"/>
                    </a:solidFill>
                  </a:tcPr>
                </a:tc>
                <a:tc>
                  <a:txBody>
                    <a:bodyPr/>
                    <a:lstStyle/>
                    <a:p>
                      <a:pPr indent="139700" algn="ctr">
                        <a:buNone/>
                      </a:pP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第三方支付服务商回调通知</a:t>
                      </a:r>
                    </a:p>
                  </a:txBody>
                  <a:tcPr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DDDDD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3970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1.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支付集成服务接收回调（含支付结果、订单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 ID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）；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2.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更新支付记录状态（成功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 /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失败）；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3.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调用订单服务同步订单支付状态；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4.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返回回调成功标识。</a:t>
                      </a:r>
                    </a:p>
                  </a:txBody>
                  <a:tcPr anchor="ctr">
                    <a:lnL w="12700" cmpd="sng">
                      <a:solidFill>
                        <a:srgbClr val="DDDDDD"/>
                      </a:solidFill>
                      <a:prstDash val="solid"/>
                    </a:lnL>
                    <a:lnR w="12700" cmpd="sng">
                      <a:solidFill>
                        <a:srgbClr val="DDDDDD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39700" algn="ctr">
                        <a:buNone/>
                      </a:pP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回调处理成功标识</a:t>
                      </a:r>
                    </a:p>
                  </a:txBody>
                  <a:tcPr anchor="ctr">
                    <a:lnL w="12700" cmpd="sng">
                      <a:solidFill>
                        <a:srgbClr val="DDDDDD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125052"/>
                  </a:ext>
                </a:extLst>
              </a:tr>
              <a:tr h="18508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退款处理</a:t>
                      </a:r>
                    </a:p>
                  </a:txBody>
                  <a:tcPr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14D72"/>
                      </a:solidFill>
                      <a:prstDash val="solid"/>
                    </a:lnB>
                    <a:solidFill>
                      <a:srgbClr val="FFABAB"/>
                    </a:solidFill>
                  </a:tcPr>
                </a:tc>
                <a:tc>
                  <a:txBody>
                    <a:bodyPr/>
                    <a:lstStyle/>
                    <a:p>
                      <a:pPr indent="139700" algn="ctr">
                        <a:buNone/>
                      </a:pP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消费者申请退款，请求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 API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网关</a:t>
                      </a:r>
                    </a:p>
                  </a:txBody>
                  <a:tcPr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DDDDD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14D72"/>
                      </a:solidFill>
                      <a:prstDash val="solid"/>
                    </a:lnB>
                    <a:solidFill>
                      <a:srgbClr val="FEF2F4"/>
                    </a:solidFill>
                  </a:tcPr>
                </a:tc>
                <a:tc>
                  <a:txBody>
                    <a:bodyPr/>
                    <a:lstStyle/>
                    <a:p>
                      <a:pPr indent="13970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1. API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网关路由请求到支付集成服务；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2.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校验订单状态（仅已支付可申请）；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3.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调用第三方支付服务商退款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 API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；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4.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更新支付记录退款状态（退款中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 /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已退款）；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5.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调用订单服务同步订单退款状态</a:t>
                      </a:r>
                      <a:r>
                        <a:rPr 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。</a:t>
                      </a:r>
                    </a:p>
                  </a:txBody>
                  <a:tcPr anchor="ctr">
                    <a:lnL w="12700" cmpd="sng">
                      <a:solidFill>
                        <a:srgbClr val="DDDDDD"/>
                      </a:solidFill>
                      <a:prstDash val="solid"/>
                    </a:lnL>
                    <a:lnR w="12700" cmpd="sng">
                      <a:solidFill>
                        <a:srgbClr val="DDDDDD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14D72"/>
                      </a:solidFill>
                      <a:prstDash val="solid"/>
                    </a:lnB>
                    <a:solidFill>
                      <a:srgbClr val="FEF2F4"/>
                    </a:solidFill>
                  </a:tcPr>
                </a:tc>
                <a:tc>
                  <a:txBody>
                    <a:bodyPr/>
                    <a:lstStyle/>
                    <a:p>
                      <a:pPr indent="139700" algn="ctr">
                        <a:buNone/>
                      </a:pP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退款申请成功标识、退款状态</a:t>
                      </a:r>
                    </a:p>
                  </a:txBody>
                  <a:tcPr anchor="ctr">
                    <a:lnL w="12700" cmpd="sng">
                      <a:solidFill>
                        <a:srgbClr val="DDDDDD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14D72"/>
                      </a:solidFill>
                      <a:prstDash val="solid"/>
                    </a:lnB>
                    <a:solidFill>
                      <a:srgbClr val="FE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718617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6F5D0117-CC95-DF8D-DE1C-0CF2501C1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465" y="1151830"/>
            <a:ext cx="14455801" cy="2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397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zh-CN" sz="1300" b="1" dirty="0">
                <a:solidFill>
                  <a:srgbClr val="00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（四）支付集成服务功能</a:t>
            </a:r>
            <a:endParaRPr lang="zh-CN" altLang="zh-CN" dirty="0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87225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EE393-F688-9819-C521-1B705110F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0AE3EF-ACFD-2F14-EC9C-0B02CC9C7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250" y="640087"/>
            <a:ext cx="2697442" cy="44336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defTabSz="914364"/>
            <a:r>
              <a:rPr lang="zh-CN" altLang="en-US" sz="2800" spc="-5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用例图</a:t>
            </a:r>
            <a:br>
              <a:rPr lang="en-US" altLang="zh-CN" sz="2800" spc="-5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endParaRPr lang="en-US" altLang="zh-CN" sz="2800" spc="-5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359EECD-6090-2238-816D-30F651D4B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880" y="2325164"/>
            <a:ext cx="2767819" cy="385498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-182873" defTabSz="914364" fontAlgn="base">
              <a:spcBef>
                <a:spcPct val="0"/>
              </a:spcBef>
              <a:spcAft>
                <a:spcPts val="600"/>
              </a:spcAft>
              <a:buSzTx/>
              <a:buNone/>
            </a:pPr>
            <a:r>
              <a:rPr lang="zh-CN" altLang="en-US" sz="1400" b="1">
                <a:latin typeface="Arial" panose="020B0604020202020204" pitchFamily="34" charset="0"/>
                <a:ea typeface="黑体" panose="02010609060101010101" pitchFamily="49" charset="-122"/>
              </a:rPr>
              <a:t>（一）整体用例图</a:t>
            </a:r>
            <a:endParaRPr lang="en-US" altLang="zh-CN" sz="1400" b="1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indent="-182873" defTabSz="914364" fontAlgn="base">
              <a:spcBef>
                <a:spcPct val="0"/>
              </a:spcBef>
              <a:spcAft>
                <a:spcPts val="600"/>
              </a:spcAft>
              <a:buSzTx/>
              <a:buNone/>
            </a:pPr>
            <a:endParaRPr lang="en-US" altLang="zh-CN" sz="140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pic>
        <p:nvPicPr>
          <p:cNvPr id="9217" name="图片 1" descr="图示&#10;&#10;AI 生成的内容可能不正确。">
            <a:extLst>
              <a:ext uri="{FF2B5EF4-FFF2-40B4-BE49-F238E27FC236}">
                <a16:creationId xmlns:a16="http://schemas.microsoft.com/office/drawing/2014/main" id="{F04F8A7D-8C81-4111-3C9E-A20F473633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18004" y="640080"/>
            <a:ext cx="4507992" cy="6217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5D5E4E8-6FC1-F589-6629-E5F7E27F0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9630" y="6172207"/>
            <a:ext cx="685800" cy="593725"/>
          </a:xfrm>
        </p:spPr>
        <p:txBody>
          <a:bodyPr vert="horz" lIns="45720" tIns="45720" rIns="45720" bIns="45720" rtlCol="0" anchor="ctr">
            <a:normAutofit/>
          </a:bodyPr>
          <a:lstStyle/>
          <a:p>
            <a:pPr defTabSz="457182">
              <a:lnSpc>
                <a:spcPct val="90000"/>
              </a:lnSpc>
              <a:spcAft>
                <a:spcPts val="600"/>
              </a:spcAft>
            </a:pPr>
            <a:fld id="{4FAB73BC-B049-4115-A692-8D63A059BFB8}" type="slidenum">
              <a:rPr lang="en-US" sz="3600">
                <a:latin typeface="Arial" panose="020B0604020202020204" pitchFamily="34" charset="0"/>
                <a:ea typeface="黑体" panose="02010609060101010101" pitchFamily="49" charset="-122"/>
              </a:rPr>
              <a:pPr defTabSz="457182">
                <a:lnSpc>
                  <a:spcPct val="90000"/>
                </a:lnSpc>
                <a:spcAft>
                  <a:spcPts val="600"/>
                </a:spcAft>
              </a:pPr>
              <a:t>11</a:t>
            </a:fld>
            <a:endParaRPr lang="en-US" sz="360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786E850-64DE-4512-D87D-068E5205E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228" y="9981250"/>
            <a:ext cx="9583456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lang="zh-CN" altLang="zh-CN" sz="1500" b="1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lang="zh-CN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4682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AAB68-5072-A3A4-C3C9-BC143754D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AF8AF6-052E-E9FE-D7B4-D2300FDA5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250" y="640087"/>
            <a:ext cx="2697442" cy="44336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defTabSz="914364"/>
            <a:r>
              <a:rPr lang="zh-CN" altLang="en-US" sz="2800" spc="-5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用例图</a:t>
            </a:r>
            <a:br>
              <a:rPr lang="en-US" altLang="zh-CN" sz="2800" spc="-5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endParaRPr lang="en-US" altLang="zh-CN" sz="2800" spc="-5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7B2AA7B-76F3-DAA8-9716-FF8921F02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9630" y="6172207"/>
            <a:ext cx="685800" cy="593725"/>
          </a:xfrm>
        </p:spPr>
        <p:txBody>
          <a:bodyPr vert="horz" lIns="45720" tIns="45720" rIns="45720" bIns="45720" rtlCol="0" anchor="ctr">
            <a:normAutofit/>
          </a:bodyPr>
          <a:lstStyle/>
          <a:p>
            <a:pPr defTabSz="457182">
              <a:lnSpc>
                <a:spcPct val="90000"/>
              </a:lnSpc>
              <a:spcAft>
                <a:spcPts val="600"/>
              </a:spcAft>
            </a:pPr>
            <a:fld id="{4FAB73BC-B049-4115-A692-8D63A059BFB8}" type="slidenum">
              <a:rPr lang="en-US" sz="3600">
                <a:latin typeface="Arial" panose="020B0604020202020204" pitchFamily="34" charset="0"/>
                <a:ea typeface="黑体" panose="02010609060101010101" pitchFamily="49" charset="-122"/>
              </a:rPr>
              <a:pPr defTabSz="457182">
                <a:lnSpc>
                  <a:spcPct val="90000"/>
                </a:lnSpc>
                <a:spcAft>
                  <a:spcPts val="600"/>
                </a:spcAft>
              </a:pPr>
              <a:t>12</a:t>
            </a:fld>
            <a:endParaRPr lang="en-US" sz="360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475252C-671B-77A5-D7AA-7F851E468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228" y="9981250"/>
            <a:ext cx="9583456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lang="zh-CN" altLang="zh-CN" sz="1500" b="1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lang="zh-CN" altLang="zh-CN">
              <a:latin typeface="Arial" panose="020B0604020202020204" pitchFamily="34" charset="0"/>
            </a:endParaRPr>
          </a:p>
        </p:txBody>
      </p:sp>
      <p:graphicFrame>
        <p:nvGraphicFramePr>
          <p:cNvPr id="8" name="内容占位符 7">
            <a:extLst>
              <a:ext uri="{FF2B5EF4-FFF2-40B4-BE49-F238E27FC236}">
                <a16:creationId xmlns:a16="http://schemas.microsoft.com/office/drawing/2014/main" id="{30D5C466-F198-4062-2681-4DD3CADA3F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4653865"/>
              </p:ext>
            </p:extLst>
          </p:nvPr>
        </p:nvGraphicFramePr>
        <p:xfrm>
          <a:off x="5794" y="1278024"/>
          <a:ext cx="8463843" cy="55799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58274">
                  <a:extLst>
                    <a:ext uri="{9D8B030D-6E8A-4147-A177-3AD203B41FA5}">
                      <a16:colId xmlns:a16="http://schemas.microsoft.com/office/drawing/2014/main" val="3533649409"/>
                    </a:ext>
                  </a:extLst>
                </a:gridCol>
                <a:gridCol w="5205569">
                  <a:extLst>
                    <a:ext uri="{9D8B030D-6E8A-4147-A177-3AD203B41FA5}">
                      <a16:colId xmlns:a16="http://schemas.microsoft.com/office/drawing/2014/main" val="3195651081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用例名称</a:t>
                      </a:r>
                    </a:p>
                  </a:txBody>
                  <a:tcPr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DDDDD"/>
                      </a:solidFill>
                      <a:prstDash val="solid"/>
                    </a:lnR>
                    <a:lnT w="12700" cmpd="sng">
                      <a:solidFill>
                        <a:srgbClr val="D14D72"/>
                      </a:solidFill>
                      <a:prstDash val="solid"/>
                    </a:lnT>
                    <a:lnB w="38100" cmpd="sng">
                      <a:solidFill>
                        <a:srgbClr val="D14D72"/>
                      </a:solidFill>
                      <a:prstDash val="solid"/>
                    </a:lnB>
                    <a:solidFill>
                      <a:srgbClr val="D14D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创建订单</a:t>
                      </a:r>
                    </a:p>
                  </a:txBody>
                  <a:tcPr anchor="ctr">
                    <a:lnL w="12700" cmpd="sng">
                      <a:solidFill>
                        <a:srgbClr val="DDDDDD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12700" cmpd="sng">
                      <a:solidFill>
                        <a:srgbClr val="D14D72"/>
                      </a:solidFill>
                      <a:prstDash val="solid"/>
                    </a:lnT>
                    <a:lnB w="38100" cmpd="sng">
                      <a:solidFill>
                        <a:srgbClr val="D14D72"/>
                      </a:solidFill>
                      <a:prstDash val="solid"/>
                    </a:lnB>
                    <a:solidFill>
                      <a:srgbClr val="D14D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5438324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用例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ID</a:t>
                      </a:r>
                      <a:endParaRPr lang="zh-CN" sz="1000" b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38100" cmpd="sng">
                      <a:solidFill>
                        <a:srgbClr val="D14D72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A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UC-ORDER-001</a:t>
                      </a:r>
                      <a:endParaRPr lang="zh-CN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38100" cmpd="sng">
                      <a:solidFill>
                        <a:srgbClr val="D14D72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E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682177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参与者</a:t>
                      </a:r>
                    </a:p>
                  </a:txBody>
                  <a:tcPr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A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消费者</a:t>
                      </a:r>
                    </a:p>
                  </a:txBody>
                  <a:tcPr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1871982"/>
                  </a:ext>
                </a:extLst>
              </a:tr>
              <a:tr h="7476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前置条件</a:t>
                      </a:r>
                    </a:p>
                  </a:txBody>
                  <a:tcPr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A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1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rPr>
                        <a:t>. </a:t>
                      </a:r>
                      <a:r>
                        <a:rPr lang="zh-CN" altLang="en-US" sz="1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rPr>
                        <a:t>消费者已选中购物车商品；</a:t>
                      </a:r>
                      <a:b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rPr>
                      </a:b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rPr>
                        <a:t>2. </a:t>
                      </a:r>
                      <a:r>
                        <a:rPr lang="zh-CN" altLang="en-US" sz="1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rPr>
                        <a:t>选中商品库存充足（通过商品服务校验）；</a:t>
                      </a:r>
                      <a:b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rPr>
                      </a:b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rPr>
                        <a:t>3. </a:t>
                      </a:r>
                      <a:r>
                        <a:rPr lang="zh-CN" altLang="en-US" sz="1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rPr>
                        <a:t>消费者已确认收货信息（非用户管理，临时输入）。</a:t>
                      </a:r>
                    </a:p>
                  </a:txBody>
                  <a:tcPr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E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298466"/>
                  </a:ext>
                </a:extLst>
              </a:tr>
              <a:tr h="3202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触发事件</a:t>
                      </a:r>
                    </a:p>
                  </a:txBody>
                  <a:tcPr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A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消费者在前端点击 “提交订单” 按钮，请求提交至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 API </a:t>
                      </a: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网关。</a:t>
                      </a:r>
                    </a:p>
                  </a:txBody>
                  <a:tcPr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727727"/>
                  </a:ext>
                </a:extLst>
              </a:tr>
              <a:tr h="23478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用例流程</a:t>
                      </a:r>
                    </a:p>
                  </a:txBody>
                  <a:tcPr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A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1. API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网关接收请求，路由至订单服务；</a:t>
                      </a:r>
                      <a:b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</a:b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2.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订单服务调用购物车服务，获取消费者选中的购物车项（商品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 ID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、数量、单价）；</a:t>
                      </a:r>
                      <a:b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</a:b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3.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订单服务调用商品服务，校验并扣减对应商品库存（分布式事务：采用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Seata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 AT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模式，确保库存扣减与订单创建一致性）；</a:t>
                      </a:r>
                      <a:b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</a:b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4.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订单服务生成唯一订单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 ID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，创建订单记录（含商品列表、订单金额、状态 “待支付”）；</a:t>
                      </a:r>
                      <a:b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</a:b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5.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订单服务调用支付集成服务，传递订单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 ID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、金额、消费者选择的支付渠道；</a:t>
                      </a:r>
                      <a:b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</a:b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6.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支付集成服务返回支付链接给订单服务；</a:t>
                      </a:r>
                      <a:b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</a:b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7.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订单服务将订单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 ID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和支付链接返回给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 API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网关，再由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 API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网关返回给前端；</a:t>
                      </a:r>
                      <a:b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</a:b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8.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前端展示支付链接（或跳转至第三方支付页面）。</a:t>
                      </a:r>
                    </a:p>
                  </a:txBody>
                  <a:tcPr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E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9926940"/>
                  </a:ext>
                </a:extLst>
              </a:tr>
              <a:tr h="4555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后置条件</a:t>
                      </a:r>
                    </a:p>
                  </a:txBody>
                  <a:tcPr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A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订单记录创建成功，状态为 “待支付”，对应商品库存已扣减，消费者获取支付链接。</a:t>
                      </a:r>
                    </a:p>
                  </a:txBody>
                  <a:tcPr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0855587"/>
                  </a:ext>
                </a:extLst>
              </a:tr>
              <a:tr h="977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异常流程</a:t>
                      </a:r>
                    </a:p>
                  </a:txBody>
                  <a:tcPr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14D72"/>
                      </a:solidFill>
                      <a:prstDash val="solid"/>
                    </a:lnB>
                    <a:solidFill>
                      <a:srgbClr val="FFA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1.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若步骤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 3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中库存不足，商品服务返回 “库存不足”，订单服务终止流程，返回 “库存不足，无法创建订单” 给前端；</a:t>
                      </a:r>
                      <a:b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</a:b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2.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若步骤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 3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中库存扣减成功但订单创建失败，分布式事务触发回滚，商品服务恢复库存，返回 “订单创建失败，请重试” 给前端。</a:t>
                      </a:r>
                    </a:p>
                  </a:txBody>
                  <a:tcPr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14D72"/>
                      </a:solidFill>
                      <a:prstDash val="solid"/>
                    </a:lnB>
                    <a:solidFill>
                      <a:srgbClr val="FE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801288"/>
                  </a:ext>
                </a:extLst>
              </a:tr>
            </a:tbl>
          </a:graphicData>
        </a:graphic>
      </p:graphicFrame>
      <p:sp>
        <p:nvSpPr>
          <p:cNvPr id="10" name="Rectangle 1">
            <a:extLst>
              <a:ext uri="{FF2B5EF4-FFF2-40B4-BE49-F238E27FC236}">
                <a16:creationId xmlns:a16="http://schemas.microsoft.com/office/drawing/2014/main" id="{446AEC5F-8B88-2058-9E1C-C233346BD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591" y="677777"/>
            <a:ext cx="1731564" cy="746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90440" rIns="91440" bIns="76176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300" b="1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（</a:t>
            </a:r>
            <a:r>
              <a:rPr lang="zh-CN" altLang="zh-CN" sz="1300" b="1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二）主要用例描述 </a:t>
            </a:r>
            <a:endParaRPr lang="zh-CN" altLang="zh-CN" sz="1500" b="1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91087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25182-37CA-CED4-63B7-C85445E7F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DDC623-8FD1-D8B4-744A-6C64947B0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250" y="640087"/>
            <a:ext cx="2697442" cy="44336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defTabSz="914364"/>
            <a:r>
              <a:rPr lang="zh-CN" altLang="en-US" sz="2800" spc="-5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用例图</a:t>
            </a:r>
            <a:br>
              <a:rPr lang="en-US" altLang="zh-CN" sz="2800" spc="-5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endParaRPr lang="en-US" altLang="zh-CN" sz="2800" spc="-5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27D5ACA-2085-98E2-2148-8023A9196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9630" y="6172207"/>
            <a:ext cx="685800" cy="593725"/>
          </a:xfrm>
        </p:spPr>
        <p:txBody>
          <a:bodyPr vert="horz" lIns="45720" tIns="45720" rIns="45720" bIns="45720" rtlCol="0" anchor="ctr">
            <a:normAutofit/>
          </a:bodyPr>
          <a:lstStyle/>
          <a:p>
            <a:pPr defTabSz="457182">
              <a:lnSpc>
                <a:spcPct val="90000"/>
              </a:lnSpc>
              <a:spcAft>
                <a:spcPts val="600"/>
              </a:spcAft>
            </a:pPr>
            <a:fld id="{4FAB73BC-B049-4115-A692-8D63A059BFB8}" type="slidenum">
              <a:rPr lang="en-US" sz="3600">
                <a:latin typeface="Arial" panose="020B0604020202020204" pitchFamily="34" charset="0"/>
                <a:ea typeface="黑体" panose="02010609060101010101" pitchFamily="49" charset="-122"/>
              </a:rPr>
              <a:pPr defTabSz="457182">
                <a:lnSpc>
                  <a:spcPct val="90000"/>
                </a:lnSpc>
                <a:spcAft>
                  <a:spcPts val="600"/>
                </a:spcAft>
              </a:pPr>
              <a:t>13</a:t>
            </a:fld>
            <a:endParaRPr lang="en-US" sz="360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DAA5E37-7456-CB60-06D8-63624995F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228" y="9981250"/>
            <a:ext cx="9583456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lang="zh-CN" altLang="zh-CN" sz="1500" b="1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lang="zh-CN" altLang="zh-CN">
              <a:latin typeface="Arial" panose="020B0604020202020204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FCCBFFB3-A134-E954-9D9A-4CC3C14E1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591" y="677777"/>
            <a:ext cx="1731564" cy="746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90440" rIns="91440" bIns="76176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300" b="1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（</a:t>
            </a:r>
            <a:r>
              <a:rPr lang="zh-CN" altLang="zh-CN" sz="1300" b="1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二）主要用例描述 </a:t>
            </a:r>
            <a:endParaRPr lang="zh-CN" altLang="zh-CN" sz="1500" b="1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5536A62F-8180-6D70-6DDF-A7CE7DCD22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5547395"/>
              </p:ext>
            </p:extLst>
          </p:nvPr>
        </p:nvGraphicFramePr>
        <p:xfrm>
          <a:off x="1" y="1329495"/>
          <a:ext cx="8469630" cy="552669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35124">
                  <a:extLst>
                    <a:ext uri="{9D8B030D-6E8A-4147-A177-3AD203B41FA5}">
                      <a16:colId xmlns:a16="http://schemas.microsoft.com/office/drawing/2014/main" val="3119193421"/>
                    </a:ext>
                  </a:extLst>
                </a:gridCol>
                <a:gridCol w="5234506">
                  <a:extLst>
                    <a:ext uri="{9D8B030D-6E8A-4147-A177-3AD203B41FA5}">
                      <a16:colId xmlns:a16="http://schemas.microsoft.com/office/drawing/2014/main" val="408115322"/>
                    </a:ext>
                  </a:extLst>
                </a:gridCol>
              </a:tblGrid>
              <a:tr h="4336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用例名称</a:t>
                      </a:r>
                    </a:p>
                  </a:txBody>
                  <a:tcPr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DDDDD"/>
                      </a:solidFill>
                      <a:prstDash val="solid"/>
                    </a:lnR>
                    <a:lnT w="12700" cmpd="sng">
                      <a:solidFill>
                        <a:srgbClr val="D14D72"/>
                      </a:solidFill>
                      <a:prstDash val="solid"/>
                    </a:lnT>
                    <a:lnB w="38100" cmpd="sng">
                      <a:solidFill>
                        <a:srgbClr val="D14D72"/>
                      </a:solidFill>
                      <a:prstDash val="solid"/>
                    </a:lnB>
                    <a:solidFill>
                      <a:srgbClr val="D14D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同步支付状态</a:t>
                      </a:r>
                    </a:p>
                  </a:txBody>
                  <a:tcPr anchor="ctr">
                    <a:lnL w="12700" cmpd="sng">
                      <a:solidFill>
                        <a:srgbClr val="DDDDDD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12700" cmpd="sng">
                      <a:solidFill>
                        <a:srgbClr val="D14D72"/>
                      </a:solidFill>
                      <a:prstDash val="solid"/>
                    </a:lnT>
                    <a:lnB w="38100" cmpd="sng">
                      <a:solidFill>
                        <a:srgbClr val="D14D72"/>
                      </a:solidFill>
                      <a:prstDash val="solid"/>
                    </a:lnB>
                    <a:solidFill>
                      <a:srgbClr val="D14D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404645"/>
                  </a:ext>
                </a:extLst>
              </a:tr>
              <a:tr h="2843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用例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ID</a:t>
                      </a:r>
                      <a:endParaRPr lang="zh-CN" sz="1000" b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38100" cmpd="sng">
                      <a:solidFill>
                        <a:srgbClr val="D14D72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A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UC-PAY-001</a:t>
                      </a:r>
                      <a:endParaRPr lang="zh-CN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38100" cmpd="sng">
                      <a:solidFill>
                        <a:srgbClr val="D14D72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E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5617790"/>
                  </a:ext>
                </a:extLst>
              </a:tr>
              <a:tr h="2843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参与者</a:t>
                      </a:r>
                    </a:p>
                  </a:txBody>
                  <a:tcPr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A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第三方支付服务商</a:t>
                      </a:r>
                    </a:p>
                  </a:txBody>
                  <a:tcPr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924692"/>
                  </a:ext>
                </a:extLst>
              </a:tr>
              <a:tr h="5190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前置条件</a:t>
                      </a:r>
                    </a:p>
                  </a:txBody>
                  <a:tcPr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A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1.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消费者已点击支付链接并完成支付（或支付失败）；</a:t>
                      </a:r>
                      <a:b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</a:b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2.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第三方支付服务商已生成支付结果。</a:t>
                      </a:r>
                    </a:p>
                  </a:txBody>
                  <a:tcPr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E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502632"/>
                  </a:ext>
                </a:extLst>
              </a:tr>
              <a:tr h="6286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触发事件</a:t>
                      </a:r>
                    </a:p>
                  </a:txBody>
                  <a:tcPr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A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第三方支付服务商通过预设回调地址，向支付集成服务发送支付</a:t>
                      </a:r>
                      <a:b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</a:b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结果通知（含订单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 ID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、支付状态、支付金额）。</a:t>
                      </a:r>
                    </a:p>
                  </a:txBody>
                  <a:tcPr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817327"/>
                  </a:ext>
                </a:extLst>
              </a:tr>
              <a:tr h="19299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用例流程</a:t>
                      </a:r>
                    </a:p>
                  </a:txBody>
                  <a:tcPr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A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1.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支付集成服务接收回调通知，校验回调签名（防止伪造请求）；</a:t>
                      </a:r>
                      <a:b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</a:b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2.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支付集成服务查询对应支付记录（按订单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 ID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），更新支付状态（成功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 /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失败）；</a:t>
                      </a:r>
                      <a:b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</a:b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3.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支付集成服务调用订单服务，传递订单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 ID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和支付状态；</a:t>
                      </a:r>
                      <a:b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</a:b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4.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订单服务更新订单的支付状态（已支付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 /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支付失败）；</a:t>
                      </a:r>
                      <a:b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</a:b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5.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支付集成服务返回 “回调处理成功” 标识给第三方支付服务商。</a:t>
                      </a:r>
                    </a:p>
                  </a:txBody>
                  <a:tcPr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E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9606692"/>
                  </a:ext>
                </a:extLst>
              </a:tr>
              <a:tr h="4820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后置条件</a:t>
                      </a:r>
                    </a:p>
                  </a:txBody>
                  <a:tcPr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A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支付记录状态与订单支付状态同步一致，第三方支付服务商确认回调已处理。</a:t>
                      </a:r>
                    </a:p>
                  </a:txBody>
                  <a:tcPr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202492"/>
                  </a:ext>
                </a:extLst>
              </a:tr>
              <a:tr h="9646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异常流程</a:t>
                      </a:r>
                    </a:p>
                  </a:txBody>
                  <a:tcPr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14D72"/>
                      </a:solidFill>
                      <a:prstDash val="solid"/>
                    </a:lnB>
                    <a:solidFill>
                      <a:srgbClr val="FFA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1.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若步骤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 1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中签名校验失败，支付集成服务返回 “签名错误”，不处理回调；</a:t>
                      </a:r>
                      <a:b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</a:b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2.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若步骤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 3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中订单服务调用失败，支付集成服务将回调消息存入重试队列，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1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分钟后重新调用，重试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 3 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次仍失败则告警。</a:t>
                      </a:r>
                    </a:p>
                  </a:txBody>
                  <a:tcPr anchor="ctr">
                    <a:lnL w="12700" cmpd="sng">
                      <a:solidFill>
                        <a:srgbClr val="D14D72"/>
                      </a:solidFill>
                      <a:prstDash val="solid"/>
                    </a:lnL>
                    <a:lnR w="12700" cmpd="sng">
                      <a:solidFill>
                        <a:srgbClr val="D14D72"/>
                      </a:solidFill>
                      <a:prstDash val="solid"/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14D72"/>
                      </a:solidFill>
                      <a:prstDash val="solid"/>
                    </a:lnB>
                    <a:solidFill>
                      <a:srgbClr val="FE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9142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49092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>
                <a:latin typeface="Arial" panose="020B0604020202020204" pitchFamily="34" charset="0"/>
                <a:ea typeface="黑体" panose="02010609060101010101" pitchFamily="49" charset="-122"/>
              </a:rPr>
              <a:t>谢谢</a:t>
            </a:r>
            <a:r>
              <a:rPr lang="en-US" altLang="zh-CN">
                <a:latin typeface="Arial" panose="020B0604020202020204" pitchFamily="34" charset="0"/>
                <a:ea typeface="黑体" panose="02010609060101010101" pitchFamily="49" charset="-122"/>
              </a:rPr>
              <a:t>	</a:t>
            </a:r>
            <a:r>
              <a:rPr lang="zh-CN" altLang="en-US">
                <a:latin typeface="Arial" panose="020B0604020202020204" pitchFamily="34" charset="0"/>
                <a:ea typeface="黑体" panose="02010609060101010101" pitchFamily="49" charset="-122"/>
              </a:rPr>
              <a:t>！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6873807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自定义 1">
      <a:dk1>
        <a:srgbClr val="3F3F3F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322</TotalTime>
  <Words>1799</Words>
  <Application>Microsoft Office PowerPoint</Application>
  <PresentationFormat>全屏显示(4:3)</PresentationFormat>
  <Paragraphs>160</Paragraphs>
  <Slides>14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等线</vt:lpstr>
      <vt:lpstr>黑体</vt:lpstr>
      <vt:lpstr>微软雅黑</vt:lpstr>
      <vt:lpstr>Arial</vt:lpstr>
      <vt:lpstr>Wingdings</vt:lpstr>
      <vt:lpstr>Wingdings 2</vt:lpstr>
      <vt:lpstr>View</vt:lpstr>
      <vt:lpstr>云原生微服务电商平台需求分析</vt:lpstr>
      <vt:lpstr>目录</vt:lpstr>
      <vt:lpstr>课题介绍</vt:lpstr>
      <vt:lpstr>PowerPoint 演示文稿</vt:lpstr>
      <vt:lpstr>PowerPoint 演示文稿</vt:lpstr>
      <vt:lpstr>PowerPoint 演示文稿</vt:lpstr>
      <vt:lpstr>功能需求 </vt:lpstr>
      <vt:lpstr>功能需求 </vt:lpstr>
      <vt:lpstr>功能需求 </vt:lpstr>
      <vt:lpstr>功能需求 </vt:lpstr>
      <vt:lpstr>用例图 </vt:lpstr>
      <vt:lpstr>用例图 </vt:lpstr>
      <vt:lpstr>用例图 </vt:lpstr>
      <vt:lpstr>谢谢 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教务处PPT模板002</dc:title>
  <dc:creator>现代教育技术中心</dc:creator>
  <cp:lastModifiedBy>8616681309278</cp:lastModifiedBy>
  <cp:revision>14</cp:revision>
  <dcterms:created xsi:type="dcterms:W3CDTF">2019-09-17T05:46:24Z</dcterms:created>
  <dcterms:modified xsi:type="dcterms:W3CDTF">2025-10-15T15:42:25Z</dcterms:modified>
</cp:coreProperties>
</file>